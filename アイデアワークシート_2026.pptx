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2.xml"/>
  <Override ContentType="application/vnd.openxmlformats-officedocument.presentationml.slide+xml" PartName="/ppt/slides/slide98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63.xml"/>
  <Override ContentType="application/vnd.openxmlformats-officedocument.presentationml.slide+xml" PartName="/ppt/slides/slide93.xml"/>
  <Override ContentType="application/vnd.openxmlformats-officedocument.presentationml.slide+xml" PartName="/ppt/slides/slide80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9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306" r:id="rId55"/>
  </p:sldIdLst>
  <p:sldSz cy="7562075" cx="10689325"/>
  <p:notesSz cx="7562075" cy="1068932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05" roundtripDataSignature="AMtx7mijcQzhspEVpDT/PxzEyjOhTgScy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05" Type="http://customschemas.google.com/relationships/presentationmetadata" Target="metadata"/><Relationship Id="rId104" Type="http://schemas.openxmlformats.org/officeDocument/2006/relationships/slide" Target="slides/slide100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103" Type="http://schemas.openxmlformats.org/officeDocument/2006/relationships/slide" Target="slides/slide99.xml"/><Relationship Id="rId102" Type="http://schemas.openxmlformats.org/officeDocument/2006/relationships/slide" Target="slides/slide98.xml"/><Relationship Id="rId101" Type="http://schemas.openxmlformats.org/officeDocument/2006/relationships/slide" Target="slides/slide97.xml"/><Relationship Id="rId100" Type="http://schemas.openxmlformats.org/officeDocument/2006/relationships/slide" Target="slides/slide96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95" Type="http://schemas.openxmlformats.org/officeDocument/2006/relationships/slide" Target="slides/slide91.xml"/><Relationship Id="rId94" Type="http://schemas.openxmlformats.org/officeDocument/2006/relationships/slide" Target="slides/slide90.xml"/><Relationship Id="rId97" Type="http://schemas.openxmlformats.org/officeDocument/2006/relationships/slide" Target="slides/slide93.xml"/><Relationship Id="rId96" Type="http://schemas.openxmlformats.org/officeDocument/2006/relationships/slide" Target="slides/slide92.xml"/><Relationship Id="rId11" Type="http://schemas.openxmlformats.org/officeDocument/2006/relationships/slide" Target="slides/slide7.xml"/><Relationship Id="rId99" Type="http://schemas.openxmlformats.org/officeDocument/2006/relationships/slide" Target="slides/slide95.xml"/><Relationship Id="rId10" Type="http://schemas.openxmlformats.org/officeDocument/2006/relationships/slide" Target="slides/slide6.xml"/><Relationship Id="rId98" Type="http://schemas.openxmlformats.org/officeDocument/2006/relationships/slide" Target="slides/slide94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91" Type="http://schemas.openxmlformats.org/officeDocument/2006/relationships/slide" Target="slides/slide87.xml"/><Relationship Id="rId90" Type="http://schemas.openxmlformats.org/officeDocument/2006/relationships/slide" Target="slides/slide86.xml"/><Relationship Id="rId93" Type="http://schemas.openxmlformats.org/officeDocument/2006/relationships/slide" Target="slides/slide89.xml"/><Relationship Id="rId92" Type="http://schemas.openxmlformats.org/officeDocument/2006/relationships/slide" Target="slides/slide8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84" Type="http://schemas.openxmlformats.org/officeDocument/2006/relationships/slide" Target="slides/slide80.xml"/><Relationship Id="rId83" Type="http://schemas.openxmlformats.org/officeDocument/2006/relationships/slide" Target="slides/slide79.xml"/><Relationship Id="rId86" Type="http://schemas.openxmlformats.org/officeDocument/2006/relationships/slide" Target="slides/slide82.xml"/><Relationship Id="rId85" Type="http://schemas.openxmlformats.org/officeDocument/2006/relationships/slide" Target="slides/slide81.xml"/><Relationship Id="rId88" Type="http://schemas.openxmlformats.org/officeDocument/2006/relationships/slide" Target="slides/slide84.xml"/><Relationship Id="rId87" Type="http://schemas.openxmlformats.org/officeDocument/2006/relationships/slide" Target="slides/slide83.xml"/><Relationship Id="rId89" Type="http://schemas.openxmlformats.org/officeDocument/2006/relationships/slide" Target="slides/slide85.xml"/><Relationship Id="rId80" Type="http://schemas.openxmlformats.org/officeDocument/2006/relationships/slide" Target="slides/slide76.xml"/><Relationship Id="rId82" Type="http://schemas.openxmlformats.org/officeDocument/2006/relationships/slide" Target="slides/slide78.xml"/><Relationship Id="rId81" Type="http://schemas.openxmlformats.org/officeDocument/2006/relationships/slide" Target="slides/slide7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75" Type="http://schemas.openxmlformats.org/officeDocument/2006/relationships/slide" Target="slides/slide71.xml"/><Relationship Id="rId74" Type="http://schemas.openxmlformats.org/officeDocument/2006/relationships/slide" Target="slides/slide70.xml"/><Relationship Id="rId77" Type="http://schemas.openxmlformats.org/officeDocument/2006/relationships/slide" Target="slides/slide73.xml"/><Relationship Id="rId76" Type="http://schemas.openxmlformats.org/officeDocument/2006/relationships/slide" Target="slides/slide72.xml"/><Relationship Id="rId79" Type="http://schemas.openxmlformats.org/officeDocument/2006/relationships/slide" Target="slides/slide75.xml"/><Relationship Id="rId78" Type="http://schemas.openxmlformats.org/officeDocument/2006/relationships/slide" Target="slides/slide74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6" Type="http://schemas.openxmlformats.org/officeDocument/2006/relationships/slide" Target="slides/slide62.xml"/><Relationship Id="rId65" Type="http://schemas.openxmlformats.org/officeDocument/2006/relationships/slide" Target="slides/slide61.xml"/><Relationship Id="rId68" Type="http://schemas.openxmlformats.org/officeDocument/2006/relationships/slide" Target="slides/slide64.xml"/><Relationship Id="rId67" Type="http://schemas.openxmlformats.org/officeDocument/2006/relationships/slide" Target="slides/slide63.xml"/><Relationship Id="rId60" Type="http://schemas.openxmlformats.org/officeDocument/2006/relationships/slide" Target="slides/slide56.xml"/><Relationship Id="rId69" Type="http://schemas.openxmlformats.org/officeDocument/2006/relationships/slide" Target="slides/slide6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9" Type="http://schemas.openxmlformats.org/officeDocument/2006/relationships/slide" Target="slides/slide55.xml"/><Relationship Id="rId58" Type="http://schemas.openxmlformats.org/officeDocument/2006/relationships/slide" Target="slides/slide5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afcfb39b93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g3afcfb39b93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g3afcfb39b93_0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fcfb39b93_0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g3afcfb39b93_0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g3afcfb39b93_0_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afcfb39b93_0_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g3afcfb39b93_0_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3afcfb39b93_0_7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afcfb39b93_0_1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g3afcfb39b93_0_10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3afcfb39b93_0_10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afcfb39b93_0_1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g3afcfb39b93_0_1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3afcfb39b93_0_13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afcfb39b93_0_1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g3afcfb39b93_0_17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g3afcfb39b93_0_17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afcfb39b93_0_2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g3afcfb39b93_0_20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g3afcfb39b93_0_20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afcfb39b93_0_2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g3afcfb39b93_0_2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g3afcfb39b93_0_2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afcfb39b93_0_2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" name="Google Shape;328;g3afcfb39b93_0_27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g3afcfb39b93_0_27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afcfb39b93_0_3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3" name="Google Shape;363;g3afcfb39b93_0_30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g3afcfb39b93_0_30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afcfb39b93_0_3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8" name="Google Shape;398;g3afcfb39b93_0_3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g3afcfb39b93_0_34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afcfb39b93_0_3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3" name="Google Shape;433;g3afcfb39b93_0_37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g3afcfb39b93_0_37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afcfb39b93_0_4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8" name="Google Shape;468;g3afcfb39b93_0_4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g3afcfb39b93_0_4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afcfb39b93_0_4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3" name="Google Shape;503;g3afcfb39b93_0_4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g3afcfb39b93_0_44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afcfb39b93_0_4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8" name="Google Shape;538;g3afcfb39b93_0_47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g3afcfb39b93_0_47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3afcfb39b93_0_5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3" name="Google Shape;573;g3afcfb39b93_0_5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g3afcfb39b93_0_5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3afcfb39b93_0_5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8" name="Google Shape;608;g3afcfb39b93_0_5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g3afcfb39b93_0_54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3afcfb39b93_0_5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3" name="Google Shape;643;g3afcfb39b93_0_58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g3afcfb39b93_0_58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3afcfb39b93_0_6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8" name="Google Shape;678;g3afcfb39b93_0_6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g3afcfb39b93_0_6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g3afcfb39b93_0_6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3" name="Google Shape;713;g3afcfb39b93_0_6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g3afcfb39b93_0_6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3afcfb39b93_0_6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8" name="Google Shape;748;g3afcfb39b93_0_68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g3afcfb39b93_0_68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g3afcfb39b93_0_7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3" name="Google Shape;783;g3afcfb39b93_0_7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g3afcfb39b93_0_7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g3afcfb39b93_0_7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8" name="Google Shape;818;g3afcfb39b93_0_7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9" name="Google Shape;819;g3afcfb39b93_0_75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g3afcfb39b93_0_7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3" name="Google Shape;853;g3afcfb39b93_0_78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g3afcfb39b93_0_78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g3afcfb39b93_0_8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8" name="Google Shape;888;g3afcfb39b93_0_8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9" name="Google Shape;889;g3afcfb39b93_0_8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3afcfb39b93_0_8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3" name="Google Shape;923;g3afcfb39b93_0_8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g3afcfb39b93_0_85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g3afcfb39b93_0_8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8" name="Google Shape;958;g3afcfb39b93_0_88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g3afcfb39b93_0_88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g3afcfb39b93_0_9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3" name="Google Shape;993;g3afcfb39b93_0_9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4" name="Google Shape;994;g3afcfb39b93_0_9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afcfb39b93_0_9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8" name="Google Shape;1028;g3afcfb39b93_0_9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9" name="Google Shape;1029;g3afcfb39b93_0_95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g3afcfb39b93_0_9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3" name="Google Shape;1063;g3afcfb39b93_0_9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4" name="Google Shape;1064;g3afcfb39b93_0_98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g3afcfb39b93_0_10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8" name="Google Shape;1098;g3afcfb39b93_0_10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9" name="Google Shape;1099;g3afcfb39b93_0_10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g3afcfb39b93_0_10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3" name="Google Shape;1133;g3afcfb39b93_0_10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4" name="Google Shape;1134;g3afcfb39b93_0_105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6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g3afcfb39b93_0_10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8" name="Google Shape;1168;g3afcfb39b93_0_109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9" name="Google Shape;1169;g3afcfb39b93_0_109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g3afcfb39b93_0_11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3" name="Google Shape;1203;g3afcfb39b93_0_11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4" name="Google Shape;1204;g3afcfb39b93_0_11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6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g3afcfb39b93_0_11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8" name="Google Shape;1238;g3afcfb39b93_0_11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9" name="Google Shape;1239;g3afcfb39b93_0_115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g3afcfb39b93_0_11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3" name="Google Shape;1273;g3afcfb39b93_0_11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4" name="Google Shape;1274;g3afcfb39b93_0_119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6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" name="Google Shape;1307;g3afcfb39b93_0_12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8" name="Google Shape;1308;g3afcfb39b93_0_12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9" name="Google Shape;1309;g3afcfb39b93_0_12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1" name="Shape 1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Google Shape;1342;g3afcfb39b93_0_12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3" name="Google Shape;1343;g3afcfb39b93_0_12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4" name="Google Shape;1344;g3afcfb39b93_0_126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6" name="Shape 1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7" name="Google Shape;1377;g3afcfb39b93_0_12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8" name="Google Shape;1378;g3afcfb39b93_0_129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9" name="Google Shape;1379;g3afcfb39b93_0_129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1" name="Shape 1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Google Shape;1412;g3afcfb39b93_0_13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3" name="Google Shape;1413;g3afcfb39b93_0_13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4" name="Google Shape;1414;g3afcfb39b93_0_13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6" name="Shape 1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7" name="Google Shape;1447;g3afcfb39b93_0_13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8" name="Google Shape;1448;g3afcfb39b93_0_13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9" name="Google Shape;1449;g3afcfb39b93_0_136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Google Shape;1482;g3afcfb39b93_0_13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3" name="Google Shape;1483;g3afcfb39b93_0_139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4" name="Google Shape;1484;g3afcfb39b93_0_139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6" name="Shape 1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7" name="Google Shape;1517;g3afcfb39b93_0_14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8" name="Google Shape;1518;g3afcfb39b93_0_14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9" name="Google Shape;1519;g3afcfb39b93_0_14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1" name="Shape 1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2" name="Google Shape;1552;g3afcfb39b93_0_14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3" name="Google Shape;1553;g3afcfb39b93_0_14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4" name="Google Shape;1554;g3afcfb39b93_0_146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6" name="Shape 1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" name="Google Shape;1587;g3afcfb39b93_0_14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8" name="Google Shape;1588;g3afcfb39b93_0_149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9" name="Google Shape;1589;g3afcfb39b93_0_149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1" name="Shape 1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2" name="Google Shape;1622;g3afcfb39b93_0_15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3" name="Google Shape;1623;g3afcfb39b93_0_15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4" name="Google Shape;1624;g3afcfb39b93_0_15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6" name="Shape 1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7" name="Google Shape;1657;g3afcfb39b93_0_15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8" name="Google Shape;1658;g3afcfb39b93_0_15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9" name="Google Shape;1659;g3afcfb39b93_0_156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1" name="Shape 1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2" name="Google Shape;1692;g3afcfb39b93_0_16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3" name="Google Shape;1693;g3afcfb39b93_0_160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4" name="Google Shape;1694;g3afcfb39b93_0_160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6" name="Shape 1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7" name="Google Shape;1727;g3afcfb39b93_0_16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8" name="Google Shape;1728;g3afcfb39b93_0_16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9" name="Google Shape;1729;g3afcfb39b93_0_163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1" name="Shape 1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2" name="Google Shape;176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3" name="Google Shape;176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4" name="Google Shape;176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1" name="Shape 1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" name="Google Shape;1792;g3afcfb39b93_0_16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3" name="Google Shape;1793;g3afcfb39b93_0_16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4" name="Google Shape;1794;g3afcfb39b93_0_166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1" name="Shape 1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" name="Google Shape;1822;g3afcfb39b93_0_169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3" name="Google Shape;1823;g3afcfb39b93_0_169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4" name="Google Shape;1824;g3afcfb39b93_0_169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1" name="Shape 1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2" name="Google Shape;1852;g3afcfb39b93_0_17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3" name="Google Shape;1853;g3afcfb39b93_0_17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4" name="Google Shape;1854;g3afcfb39b93_0_17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1" name="Shape 1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2" name="Google Shape;1882;g3afcfb39b93_0_17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3" name="Google Shape;1883;g3afcfb39b93_0_17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4" name="Google Shape;1884;g3afcfb39b93_0_175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1" name="Shape 1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2" name="Google Shape;1912;g3afcfb39b93_0_17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3" name="Google Shape;1913;g3afcfb39b93_0_178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4" name="Google Shape;1914;g3afcfb39b93_0_178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1" name="Shape 1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2" name="Google Shape;1942;g3afcfb39b93_0_18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3" name="Google Shape;1943;g3afcfb39b93_0_18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4" name="Google Shape;1944;g3afcfb39b93_0_18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1" name="Shape 1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2" name="Google Shape;1972;g3afcfb39b93_0_18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3" name="Google Shape;1973;g3afcfb39b93_0_18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4" name="Google Shape;1974;g3afcfb39b93_0_184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1" name="Shape 2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2" name="Google Shape;2002;g3afcfb39b93_0_18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3" name="Google Shape;2003;g3afcfb39b93_0_18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4" name="Google Shape;2004;g3afcfb39b93_0_187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1" name="Shape 2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2" name="Google Shape;2032;g3afcfb39b93_0_19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3" name="Google Shape;2033;g3afcfb39b93_0_190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4" name="Google Shape;2034;g3afcfb39b93_0_190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1" name="Shape 2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2" name="Google Shape;2062;g3afcfb39b93_0_19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3" name="Google Shape;2063;g3afcfb39b93_0_19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4" name="Google Shape;2064;g3afcfb39b93_0_192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1" name="Shape 2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2" name="Google Shape;2092;g3afcfb39b93_0_19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3" name="Google Shape;2093;g3afcfb39b93_0_19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4" name="Google Shape;2094;g3afcfb39b93_0_195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1" name="Shape 2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2" name="Google Shape;2122;g3afcfb39b93_0_19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3" name="Google Shape;2123;g3afcfb39b93_0_198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4" name="Google Shape;2124;g3afcfb39b93_0_198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1" name="Shape 2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g3afcfb39b93_0_20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3" name="Google Shape;2153;g3afcfb39b93_0_20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4" name="Google Shape;2154;g3afcfb39b93_0_20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1" name="Shape 2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2" name="Google Shape;2182;g3afcfb39b93_0_20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3" name="Google Shape;2183;g3afcfb39b93_0_20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4" name="Google Shape;2184;g3afcfb39b93_0_204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1" name="Shape 2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2" name="Google Shape;2212;g3afcfb39b93_0_20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3" name="Google Shape;2213;g3afcfb39b93_0_207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4" name="Google Shape;2214;g3afcfb39b93_0_207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1" name="Shape 2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" name="Google Shape;2242;g3afcfb39b93_0_21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3" name="Google Shape;2243;g3afcfb39b93_0_210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4" name="Google Shape;2244;g3afcfb39b93_0_210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1" name="Shape 2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2" name="Google Shape;2272;g3afcfb39b93_0_21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3" name="Google Shape;2273;g3afcfb39b93_0_21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4" name="Google Shape;2274;g3afcfb39b93_0_21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1" name="Shape 2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2" name="Google Shape;2302;g3afcfb39b93_0_21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3" name="Google Shape;2303;g3afcfb39b93_0_21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4" name="Google Shape;2304;g3afcfb39b93_0_216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1" name="Shape 2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2" name="Google Shape;2332;g3afcfb39b93_0_21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3" name="Google Shape;2333;g3afcfb39b93_0_219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4" name="Google Shape;2334;g3afcfb39b93_0_219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1" name="Shape 2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2" name="Google Shape;2362;g3afcfb39b93_0_22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3" name="Google Shape;2363;g3afcfb39b93_0_22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4" name="Google Shape;2364;g3afcfb39b93_0_22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1" name="Shape 2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2" name="Google Shape;2392;g3afcfb39b93_0_22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3" name="Google Shape;2393;g3afcfb39b93_0_22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4" name="Google Shape;2394;g3afcfb39b93_0_22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1" name="Shape 2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2" name="Google Shape;2422;g3afcfb39b93_0_22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3" name="Google Shape;2423;g3afcfb39b93_0_22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4" name="Google Shape;2424;g3afcfb39b93_0_227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1" name="Shape 2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2" name="Google Shape;2452;g3afcfb39b93_0_23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3" name="Google Shape;2453;g3afcfb39b93_0_230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4" name="Google Shape;2454;g3afcfb39b93_0_230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1" name="Shape 2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2" name="Google Shape;2482;g3afcfb39b93_0_23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3" name="Google Shape;2483;g3afcfb39b93_0_23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4" name="Google Shape;2484;g3afcfb39b93_0_23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1" name="Shape 2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2" name="Google Shape;2512;g3afcfb39b93_0_23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3" name="Google Shape;2513;g3afcfb39b93_0_23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4" name="Google Shape;2514;g3afcfb39b93_0_236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1" name="Shape 2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2" name="Google Shape;2542;g3afcfb39b93_0_23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3" name="Google Shape;2543;g3afcfb39b93_0_239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4" name="Google Shape;2544;g3afcfb39b93_0_239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1" name="Shape 2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2" name="Google Shape;2572;g3afcfb39b93_0_24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3" name="Google Shape;2573;g3afcfb39b93_0_24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4" name="Google Shape;2574;g3afcfb39b93_0_24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1" name="Shape 2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2" name="Google Shape;2602;g3afcfb39b93_0_24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3" name="Google Shape;2603;g3afcfb39b93_0_24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4" name="Google Shape;2604;g3afcfb39b93_0_245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1" name="Shape 2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2" name="Google Shape;2632;g3afcfb39b93_0_24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3" name="Google Shape;2633;g3afcfb39b93_0_248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4" name="Google Shape;2634;g3afcfb39b93_0_248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1" name="Shape 2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" name="Google Shape;2662;g3afcfb39b93_0_25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3" name="Google Shape;2663;g3afcfb39b93_0_250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4" name="Google Shape;2664;g3afcfb39b93_0_250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1" name="Shape 2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2" name="Google Shape;2692;g3afcfb39b93_0_25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3" name="Google Shape;2693;g3afcfb39b93_0_25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4" name="Google Shape;2694;g3afcfb39b93_0_253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1" name="Shape 2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2" name="Google Shape;2722;g3afcfb39b93_0_25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3" name="Google Shape;2723;g3afcfb39b93_0_256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4" name="Google Shape;2724;g3afcfb39b93_0_256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1" name="Shape 2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2" name="Google Shape;2752;g3afcfb39b93_0_25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3" name="Google Shape;2753;g3afcfb39b93_0_259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4" name="Google Shape;2754;g3afcfb39b93_0_259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1" name="Shape 2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2" name="Google Shape;2782;g3afcfb39b93_0_26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3" name="Google Shape;2783;g3afcfb39b93_0_26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4" name="Google Shape;2784;g3afcfb39b93_0_26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1" name="Shape 2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2" name="Google Shape;2812;g3afcfb39b93_0_26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3" name="Google Shape;2813;g3afcfb39b93_0_26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4" name="Google Shape;2814;g3afcfb39b93_0_265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1" name="Shape 2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2" name="Google Shape;2842;g3afcfb39b93_0_26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3" name="Google Shape;2843;g3afcfb39b93_0_268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4" name="Google Shape;2844;g3afcfb39b93_0_268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1" name="Shape 2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2" name="Google Shape;2872;g3afcfb39b93_0_27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3" name="Google Shape;2873;g3afcfb39b93_0_27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4" name="Google Shape;2874;g3afcfb39b93_0_27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1" name="Shape 2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2" name="Google Shape;2902;g3afcfb39b93_0_27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03" name="Google Shape;2903;g3afcfb39b93_0_27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4" name="Google Shape;2904;g3afcfb39b93_0_274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1" name="Shape 2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2" name="Google Shape;2932;g3afcfb39b93_0_27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3" name="Google Shape;2933;g3afcfb39b93_0_27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4" name="Google Shape;2934;g3afcfb39b93_0_277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1" name="Shape 2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2" name="Google Shape;2962;g3afcfb39b93_0_27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3" name="Google Shape;2963;g3afcfb39b93_0_279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4" name="Google Shape;2964;g3afcfb39b93_0_279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1" name="Shape 2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2" name="Google Shape;2992;g3afcfb39b93_0_28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3" name="Google Shape;2993;g3afcfb39b93_0_28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4" name="Google Shape;2994;g3afcfb39b93_0_28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1" name="Shape 3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2" name="Google Shape;3022;g3afcfb39b93_0_28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3" name="Google Shape;3023;g3afcfb39b93_0_28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4" name="Google Shape;3024;g3afcfb39b93_0_285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1" name="Shape 3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2" name="Google Shape;3052;g3afcfb39b93_0_28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3" name="Google Shape;3053;g3afcfb39b93_0_288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4" name="Google Shape;3054;g3afcfb39b93_0_288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1" name="Shape 3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" name="Google Shape;3082;g3afcfb39b93_0_29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3" name="Google Shape;3083;g3afcfb39b93_0_29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4" name="Google Shape;3084;g3afcfb39b93_0_29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1" name="Shape 3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2" name="Google Shape;3112;g3afcfb39b93_0_29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3" name="Google Shape;3113;g3afcfb39b93_0_29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4" name="Google Shape;3114;g3afcfb39b93_0_294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1" name="Shape 3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2" name="Google Shape;3142;g3afcfb39b93_0_29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3" name="Google Shape;3143;g3afcfb39b93_0_297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4" name="Google Shape;3144;g3afcfb39b93_0_297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1" name="Shape 3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2" name="Google Shape;3172;g3afcfb39b93_0_30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3" name="Google Shape;3173;g3afcfb39b93_0_300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4" name="Google Shape;3174;g3afcfb39b93_0_300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1" name="Shape 3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2" name="Google Shape;3202;g3afcfb39b93_0_30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3" name="Google Shape;3203;g3afcfb39b93_0_30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4" name="Google Shape;3204;g3afcfb39b93_0_303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1" name="Shape 3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2" name="Google Shape;3232;g3afcfb39b93_0_30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33" name="Google Shape;3233;g3afcfb39b93_0_30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4" name="Google Shape;3234;g3afcfb39b93_0_306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0689300" cy="731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274320" y="1371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課題発見シート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7772400" y="22860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4B942"/>
                </a:solidFill>
                <a:latin typeface="Arial"/>
                <a:ea typeface="Arial"/>
                <a:cs typeface="Arial"/>
                <a:sym typeface="Arial"/>
              </a:rPr>
              <a:t>KYOTO PLATEAU HACK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274326" y="868675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チーム名：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124551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3573076" y="868675"/>
            <a:ext cx="690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名前：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26303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274320" y="132588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502920" y="132588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京都で気になる課題を書き出そう（3つ以上）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502920" y="164592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テーマ：①京都駅前 ②京都のまちの物理的特徴 ③PLATEAU×オープンデータ（それ以外もOK）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27432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36576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283464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292608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539496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"/>
          <p:cNvSpPr/>
          <p:nvPr/>
        </p:nvSpPr>
        <p:spPr>
          <a:xfrm>
            <a:off x="548640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795528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1"/>
          <p:cNvSpPr/>
          <p:nvPr/>
        </p:nvSpPr>
        <p:spPr>
          <a:xfrm>
            <a:off x="804672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274320" y="342900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1"/>
          <p:cNvSpPr/>
          <p:nvPr/>
        </p:nvSpPr>
        <p:spPr>
          <a:xfrm>
            <a:off x="502920" y="342900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一番気になる課題を選んで深掘りしよう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274320" y="388620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選んだ課題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274320" y="4160520"/>
            <a:ext cx="4846200" cy="5487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"/>
          <p:cNvSpPr/>
          <p:nvPr/>
        </p:nvSpPr>
        <p:spPr>
          <a:xfrm>
            <a:off x="274320" y="480060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誰が困っている？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1"/>
          <p:cNvSpPr/>
          <p:nvPr/>
        </p:nvSpPr>
        <p:spPr>
          <a:xfrm>
            <a:off x="274320" y="5074920"/>
            <a:ext cx="48462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1"/>
          <p:cNvSpPr/>
          <p:nvPr/>
        </p:nvSpPr>
        <p:spPr>
          <a:xfrm>
            <a:off x="274320" y="580644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なぜ困っている？（原因・背景）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1"/>
          <p:cNvSpPr/>
          <p:nvPr/>
        </p:nvSpPr>
        <p:spPr>
          <a:xfrm>
            <a:off x="274320" y="6080760"/>
            <a:ext cx="48462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1"/>
          <p:cNvSpPr/>
          <p:nvPr/>
        </p:nvSpPr>
        <p:spPr>
          <a:xfrm>
            <a:off x="274320" y="681228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なぜあなたはこの課題が気になる？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1"/>
          <p:cNvSpPr/>
          <p:nvPr/>
        </p:nvSpPr>
        <p:spPr>
          <a:xfrm>
            <a:off x="274320" y="7086600"/>
            <a:ext cx="4846200" cy="36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1"/>
          <p:cNvSpPr/>
          <p:nvPr/>
        </p:nvSpPr>
        <p:spPr>
          <a:xfrm>
            <a:off x="5303520" y="3886200"/>
            <a:ext cx="502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課題のイメージ・メモ（自由に）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1"/>
          <p:cNvSpPr/>
          <p:nvPr/>
        </p:nvSpPr>
        <p:spPr>
          <a:xfrm>
            <a:off x="5303520" y="4160520"/>
            <a:ext cx="5029200" cy="3291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cfb39b93_0_2"/>
          <p:cNvSpPr/>
          <p:nvPr/>
        </p:nvSpPr>
        <p:spPr>
          <a:xfrm>
            <a:off x="0" y="0"/>
            <a:ext cx="10689300" cy="731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g3afcfb39b93_0_2"/>
          <p:cNvSpPr/>
          <p:nvPr/>
        </p:nvSpPr>
        <p:spPr>
          <a:xfrm>
            <a:off x="274320" y="1371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課題発見シート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g3afcfb39b93_0_2"/>
          <p:cNvSpPr/>
          <p:nvPr/>
        </p:nvSpPr>
        <p:spPr>
          <a:xfrm>
            <a:off x="7772400" y="22860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4B942"/>
                </a:solidFill>
                <a:latin typeface="Arial"/>
                <a:ea typeface="Arial"/>
                <a:cs typeface="Arial"/>
                <a:sym typeface="Arial"/>
              </a:rPr>
              <a:t>KYOTO PLATEAU HACK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g3afcfb39b93_0_2"/>
          <p:cNvSpPr/>
          <p:nvPr/>
        </p:nvSpPr>
        <p:spPr>
          <a:xfrm>
            <a:off x="274326" y="868675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チーム名：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g3afcfb39b93_0_2"/>
          <p:cNvSpPr/>
          <p:nvPr/>
        </p:nvSpPr>
        <p:spPr>
          <a:xfrm>
            <a:off x="124551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g3afcfb39b93_0_2"/>
          <p:cNvSpPr/>
          <p:nvPr/>
        </p:nvSpPr>
        <p:spPr>
          <a:xfrm>
            <a:off x="3573076" y="868675"/>
            <a:ext cx="690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名前：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g3afcfb39b93_0_2"/>
          <p:cNvSpPr/>
          <p:nvPr/>
        </p:nvSpPr>
        <p:spPr>
          <a:xfrm>
            <a:off x="426303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g3afcfb39b93_0_2"/>
          <p:cNvSpPr/>
          <p:nvPr/>
        </p:nvSpPr>
        <p:spPr>
          <a:xfrm>
            <a:off x="274320" y="132588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g3afcfb39b93_0_2"/>
          <p:cNvSpPr/>
          <p:nvPr/>
        </p:nvSpPr>
        <p:spPr>
          <a:xfrm>
            <a:off x="502920" y="132588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京都で気になる課題を書き出そう（3つ以上）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g3afcfb39b93_0_2"/>
          <p:cNvSpPr/>
          <p:nvPr/>
        </p:nvSpPr>
        <p:spPr>
          <a:xfrm>
            <a:off x="502920" y="164592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テーマ：①京都駅前 ②京都のまちの物理的特徴 ③PLATEAU×オープンデータ（それ以外もOK）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g3afcfb39b93_0_2"/>
          <p:cNvSpPr/>
          <p:nvPr/>
        </p:nvSpPr>
        <p:spPr>
          <a:xfrm>
            <a:off x="27432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g3afcfb39b93_0_2"/>
          <p:cNvSpPr/>
          <p:nvPr/>
        </p:nvSpPr>
        <p:spPr>
          <a:xfrm>
            <a:off x="36576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g3afcfb39b93_0_2"/>
          <p:cNvSpPr/>
          <p:nvPr/>
        </p:nvSpPr>
        <p:spPr>
          <a:xfrm>
            <a:off x="283464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g3afcfb39b93_0_2"/>
          <p:cNvSpPr/>
          <p:nvPr/>
        </p:nvSpPr>
        <p:spPr>
          <a:xfrm>
            <a:off x="292608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g3afcfb39b93_0_2"/>
          <p:cNvSpPr/>
          <p:nvPr/>
        </p:nvSpPr>
        <p:spPr>
          <a:xfrm>
            <a:off x="539496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g3afcfb39b93_0_2"/>
          <p:cNvSpPr/>
          <p:nvPr/>
        </p:nvSpPr>
        <p:spPr>
          <a:xfrm>
            <a:off x="548640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g3afcfb39b93_0_2"/>
          <p:cNvSpPr/>
          <p:nvPr/>
        </p:nvSpPr>
        <p:spPr>
          <a:xfrm>
            <a:off x="795528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g3afcfb39b93_0_2"/>
          <p:cNvSpPr/>
          <p:nvPr/>
        </p:nvSpPr>
        <p:spPr>
          <a:xfrm>
            <a:off x="804672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g3afcfb39b93_0_2"/>
          <p:cNvSpPr/>
          <p:nvPr/>
        </p:nvSpPr>
        <p:spPr>
          <a:xfrm>
            <a:off x="274320" y="342900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g3afcfb39b93_0_2"/>
          <p:cNvSpPr/>
          <p:nvPr/>
        </p:nvSpPr>
        <p:spPr>
          <a:xfrm>
            <a:off x="502920" y="342900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一番気になる課題を選んで深掘りしよう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g3afcfb39b93_0_2"/>
          <p:cNvSpPr/>
          <p:nvPr/>
        </p:nvSpPr>
        <p:spPr>
          <a:xfrm>
            <a:off x="274320" y="388620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選んだ課題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3afcfb39b93_0_2"/>
          <p:cNvSpPr/>
          <p:nvPr/>
        </p:nvSpPr>
        <p:spPr>
          <a:xfrm>
            <a:off x="274320" y="4160520"/>
            <a:ext cx="4846200" cy="5487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g3afcfb39b93_0_2"/>
          <p:cNvSpPr/>
          <p:nvPr/>
        </p:nvSpPr>
        <p:spPr>
          <a:xfrm>
            <a:off x="274320" y="480060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誰が困っている？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g3afcfb39b93_0_2"/>
          <p:cNvSpPr/>
          <p:nvPr/>
        </p:nvSpPr>
        <p:spPr>
          <a:xfrm>
            <a:off x="274320" y="5074920"/>
            <a:ext cx="48462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g3afcfb39b93_0_2"/>
          <p:cNvSpPr/>
          <p:nvPr/>
        </p:nvSpPr>
        <p:spPr>
          <a:xfrm>
            <a:off x="274320" y="580644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なぜ困っている？（原因・背景）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g3afcfb39b93_0_2"/>
          <p:cNvSpPr/>
          <p:nvPr/>
        </p:nvSpPr>
        <p:spPr>
          <a:xfrm>
            <a:off x="274320" y="6080760"/>
            <a:ext cx="48462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g3afcfb39b93_0_2"/>
          <p:cNvSpPr/>
          <p:nvPr/>
        </p:nvSpPr>
        <p:spPr>
          <a:xfrm>
            <a:off x="274320" y="681228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なぜあなたはこの課題が気になる？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g3afcfb39b93_0_2"/>
          <p:cNvSpPr/>
          <p:nvPr/>
        </p:nvSpPr>
        <p:spPr>
          <a:xfrm>
            <a:off x="274320" y="7086600"/>
            <a:ext cx="4846200" cy="36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g3afcfb39b93_0_2"/>
          <p:cNvSpPr/>
          <p:nvPr/>
        </p:nvSpPr>
        <p:spPr>
          <a:xfrm>
            <a:off x="5303520" y="3886200"/>
            <a:ext cx="502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課題のイメージ・メモ（自由に）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g3afcfb39b93_0_2"/>
          <p:cNvSpPr/>
          <p:nvPr/>
        </p:nvSpPr>
        <p:spPr>
          <a:xfrm>
            <a:off x="5303520" y="4160520"/>
            <a:ext cx="5029200" cy="3291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fcfb39b93_0_36"/>
          <p:cNvSpPr/>
          <p:nvPr/>
        </p:nvSpPr>
        <p:spPr>
          <a:xfrm>
            <a:off x="0" y="0"/>
            <a:ext cx="10689300" cy="731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g3afcfb39b93_0_36"/>
          <p:cNvSpPr/>
          <p:nvPr/>
        </p:nvSpPr>
        <p:spPr>
          <a:xfrm>
            <a:off x="274320" y="1371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課題発見シート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g3afcfb39b93_0_36"/>
          <p:cNvSpPr/>
          <p:nvPr/>
        </p:nvSpPr>
        <p:spPr>
          <a:xfrm>
            <a:off x="7772400" y="22860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4B942"/>
                </a:solidFill>
                <a:latin typeface="Arial"/>
                <a:ea typeface="Arial"/>
                <a:cs typeface="Arial"/>
                <a:sym typeface="Arial"/>
              </a:rPr>
              <a:t>KYOTO PLATEAU HACK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g3afcfb39b93_0_36"/>
          <p:cNvSpPr/>
          <p:nvPr/>
        </p:nvSpPr>
        <p:spPr>
          <a:xfrm>
            <a:off x="274326" y="868675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チーム名：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g3afcfb39b93_0_36"/>
          <p:cNvSpPr/>
          <p:nvPr/>
        </p:nvSpPr>
        <p:spPr>
          <a:xfrm>
            <a:off x="124551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g3afcfb39b93_0_36"/>
          <p:cNvSpPr/>
          <p:nvPr/>
        </p:nvSpPr>
        <p:spPr>
          <a:xfrm>
            <a:off x="3573076" y="868675"/>
            <a:ext cx="690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名前：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g3afcfb39b93_0_36"/>
          <p:cNvSpPr/>
          <p:nvPr/>
        </p:nvSpPr>
        <p:spPr>
          <a:xfrm>
            <a:off x="426303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g3afcfb39b93_0_36"/>
          <p:cNvSpPr/>
          <p:nvPr/>
        </p:nvSpPr>
        <p:spPr>
          <a:xfrm>
            <a:off x="274320" y="132588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g3afcfb39b93_0_36"/>
          <p:cNvSpPr/>
          <p:nvPr/>
        </p:nvSpPr>
        <p:spPr>
          <a:xfrm>
            <a:off x="502920" y="132588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京都で気になる課題を書き出そう（3つ以上）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g3afcfb39b93_0_36"/>
          <p:cNvSpPr/>
          <p:nvPr/>
        </p:nvSpPr>
        <p:spPr>
          <a:xfrm>
            <a:off x="502920" y="164592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テーマ：①京都駅前 ②京都のまちの物理的特徴 ③PLATEAU×オープンデータ（それ以外もOK）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3afcfb39b93_0_36"/>
          <p:cNvSpPr/>
          <p:nvPr/>
        </p:nvSpPr>
        <p:spPr>
          <a:xfrm>
            <a:off x="27432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g3afcfb39b93_0_36"/>
          <p:cNvSpPr/>
          <p:nvPr/>
        </p:nvSpPr>
        <p:spPr>
          <a:xfrm>
            <a:off x="36576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3afcfb39b93_0_36"/>
          <p:cNvSpPr/>
          <p:nvPr/>
        </p:nvSpPr>
        <p:spPr>
          <a:xfrm>
            <a:off x="283464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g3afcfb39b93_0_36"/>
          <p:cNvSpPr/>
          <p:nvPr/>
        </p:nvSpPr>
        <p:spPr>
          <a:xfrm>
            <a:off x="292608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g3afcfb39b93_0_36"/>
          <p:cNvSpPr/>
          <p:nvPr/>
        </p:nvSpPr>
        <p:spPr>
          <a:xfrm>
            <a:off x="539496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3afcfb39b93_0_36"/>
          <p:cNvSpPr/>
          <p:nvPr/>
        </p:nvSpPr>
        <p:spPr>
          <a:xfrm>
            <a:off x="548640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g3afcfb39b93_0_36"/>
          <p:cNvSpPr/>
          <p:nvPr/>
        </p:nvSpPr>
        <p:spPr>
          <a:xfrm>
            <a:off x="795528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g3afcfb39b93_0_36"/>
          <p:cNvSpPr/>
          <p:nvPr/>
        </p:nvSpPr>
        <p:spPr>
          <a:xfrm>
            <a:off x="804672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g3afcfb39b93_0_36"/>
          <p:cNvSpPr/>
          <p:nvPr/>
        </p:nvSpPr>
        <p:spPr>
          <a:xfrm>
            <a:off x="274320" y="342900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g3afcfb39b93_0_36"/>
          <p:cNvSpPr/>
          <p:nvPr/>
        </p:nvSpPr>
        <p:spPr>
          <a:xfrm>
            <a:off x="502920" y="342900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一番気になる課題を選んで深掘りしよう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g3afcfb39b93_0_36"/>
          <p:cNvSpPr/>
          <p:nvPr/>
        </p:nvSpPr>
        <p:spPr>
          <a:xfrm>
            <a:off x="274320" y="388620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選んだ課題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g3afcfb39b93_0_36"/>
          <p:cNvSpPr/>
          <p:nvPr/>
        </p:nvSpPr>
        <p:spPr>
          <a:xfrm>
            <a:off x="274320" y="4160520"/>
            <a:ext cx="4846200" cy="5487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g3afcfb39b93_0_36"/>
          <p:cNvSpPr/>
          <p:nvPr/>
        </p:nvSpPr>
        <p:spPr>
          <a:xfrm>
            <a:off x="274320" y="480060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誰が困っている？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g3afcfb39b93_0_36"/>
          <p:cNvSpPr/>
          <p:nvPr/>
        </p:nvSpPr>
        <p:spPr>
          <a:xfrm>
            <a:off x="274320" y="5074920"/>
            <a:ext cx="48462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3afcfb39b93_0_36"/>
          <p:cNvSpPr/>
          <p:nvPr/>
        </p:nvSpPr>
        <p:spPr>
          <a:xfrm>
            <a:off x="274320" y="580644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なぜ困っている？（原因・背景）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g3afcfb39b93_0_36"/>
          <p:cNvSpPr/>
          <p:nvPr/>
        </p:nvSpPr>
        <p:spPr>
          <a:xfrm>
            <a:off x="274320" y="6080760"/>
            <a:ext cx="48462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g3afcfb39b93_0_36"/>
          <p:cNvSpPr/>
          <p:nvPr/>
        </p:nvSpPr>
        <p:spPr>
          <a:xfrm>
            <a:off x="274320" y="681228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なぜあなたはこの課題が気になる？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g3afcfb39b93_0_36"/>
          <p:cNvSpPr/>
          <p:nvPr/>
        </p:nvSpPr>
        <p:spPr>
          <a:xfrm>
            <a:off x="274320" y="7086600"/>
            <a:ext cx="4846200" cy="36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g3afcfb39b93_0_36"/>
          <p:cNvSpPr/>
          <p:nvPr/>
        </p:nvSpPr>
        <p:spPr>
          <a:xfrm>
            <a:off x="5303520" y="3886200"/>
            <a:ext cx="502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課題のイメージ・メモ（自由に）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g3afcfb39b93_0_36"/>
          <p:cNvSpPr/>
          <p:nvPr/>
        </p:nvSpPr>
        <p:spPr>
          <a:xfrm>
            <a:off x="5303520" y="4160520"/>
            <a:ext cx="5029200" cy="3291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afcfb39b93_0_70"/>
          <p:cNvSpPr/>
          <p:nvPr/>
        </p:nvSpPr>
        <p:spPr>
          <a:xfrm>
            <a:off x="0" y="0"/>
            <a:ext cx="10689300" cy="731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3afcfb39b93_0_70"/>
          <p:cNvSpPr/>
          <p:nvPr/>
        </p:nvSpPr>
        <p:spPr>
          <a:xfrm>
            <a:off x="274320" y="1371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課題発見シート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g3afcfb39b93_0_70"/>
          <p:cNvSpPr/>
          <p:nvPr/>
        </p:nvSpPr>
        <p:spPr>
          <a:xfrm>
            <a:off x="7772400" y="22860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4B942"/>
                </a:solidFill>
                <a:latin typeface="Arial"/>
                <a:ea typeface="Arial"/>
                <a:cs typeface="Arial"/>
                <a:sym typeface="Arial"/>
              </a:rPr>
              <a:t>KYOTO PLATEAU HACK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g3afcfb39b93_0_70"/>
          <p:cNvSpPr/>
          <p:nvPr/>
        </p:nvSpPr>
        <p:spPr>
          <a:xfrm>
            <a:off x="274326" y="868675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チーム名：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g3afcfb39b93_0_70"/>
          <p:cNvSpPr/>
          <p:nvPr/>
        </p:nvSpPr>
        <p:spPr>
          <a:xfrm>
            <a:off x="124551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g3afcfb39b93_0_70"/>
          <p:cNvSpPr/>
          <p:nvPr/>
        </p:nvSpPr>
        <p:spPr>
          <a:xfrm>
            <a:off x="3573076" y="868675"/>
            <a:ext cx="690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名前：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g3afcfb39b93_0_70"/>
          <p:cNvSpPr/>
          <p:nvPr/>
        </p:nvSpPr>
        <p:spPr>
          <a:xfrm>
            <a:off x="426303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3afcfb39b93_0_70"/>
          <p:cNvSpPr/>
          <p:nvPr/>
        </p:nvSpPr>
        <p:spPr>
          <a:xfrm>
            <a:off x="274320" y="132588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3afcfb39b93_0_70"/>
          <p:cNvSpPr/>
          <p:nvPr/>
        </p:nvSpPr>
        <p:spPr>
          <a:xfrm>
            <a:off x="502920" y="132588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京都で気になる課題を書き出そう（3つ以上）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g3afcfb39b93_0_70"/>
          <p:cNvSpPr/>
          <p:nvPr/>
        </p:nvSpPr>
        <p:spPr>
          <a:xfrm>
            <a:off x="502920" y="164592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テーマ：①京都駅前 ②京都のまちの物理的特徴 ③PLATEAU×オープンデータ（それ以外もOK）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g3afcfb39b93_0_70"/>
          <p:cNvSpPr/>
          <p:nvPr/>
        </p:nvSpPr>
        <p:spPr>
          <a:xfrm>
            <a:off x="27432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3afcfb39b93_0_70"/>
          <p:cNvSpPr/>
          <p:nvPr/>
        </p:nvSpPr>
        <p:spPr>
          <a:xfrm>
            <a:off x="36576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g3afcfb39b93_0_70"/>
          <p:cNvSpPr/>
          <p:nvPr/>
        </p:nvSpPr>
        <p:spPr>
          <a:xfrm>
            <a:off x="283464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3afcfb39b93_0_70"/>
          <p:cNvSpPr/>
          <p:nvPr/>
        </p:nvSpPr>
        <p:spPr>
          <a:xfrm>
            <a:off x="292608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g3afcfb39b93_0_70"/>
          <p:cNvSpPr/>
          <p:nvPr/>
        </p:nvSpPr>
        <p:spPr>
          <a:xfrm>
            <a:off x="539496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afcfb39b93_0_70"/>
          <p:cNvSpPr/>
          <p:nvPr/>
        </p:nvSpPr>
        <p:spPr>
          <a:xfrm>
            <a:off x="548640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g3afcfb39b93_0_70"/>
          <p:cNvSpPr/>
          <p:nvPr/>
        </p:nvSpPr>
        <p:spPr>
          <a:xfrm>
            <a:off x="795528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afcfb39b93_0_70"/>
          <p:cNvSpPr/>
          <p:nvPr/>
        </p:nvSpPr>
        <p:spPr>
          <a:xfrm>
            <a:off x="804672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g3afcfb39b93_0_70"/>
          <p:cNvSpPr/>
          <p:nvPr/>
        </p:nvSpPr>
        <p:spPr>
          <a:xfrm>
            <a:off x="274320" y="342900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afcfb39b93_0_70"/>
          <p:cNvSpPr/>
          <p:nvPr/>
        </p:nvSpPr>
        <p:spPr>
          <a:xfrm>
            <a:off x="502920" y="342900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一番気になる課題を選んで深掘りしよう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g3afcfb39b93_0_70"/>
          <p:cNvSpPr/>
          <p:nvPr/>
        </p:nvSpPr>
        <p:spPr>
          <a:xfrm>
            <a:off x="274320" y="388620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選んだ課題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g3afcfb39b93_0_70"/>
          <p:cNvSpPr/>
          <p:nvPr/>
        </p:nvSpPr>
        <p:spPr>
          <a:xfrm>
            <a:off x="274320" y="4160520"/>
            <a:ext cx="4846200" cy="5487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3afcfb39b93_0_70"/>
          <p:cNvSpPr/>
          <p:nvPr/>
        </p:nvSpPr>
        <p:spPr>
          <a:xfrm>
            <a:off x="274320" y="480060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誰が困っている？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g3afcfb39b93_0_70"/>
          <p:cNvSpPr/>
          <p:nvPr/>
        </p:nvSpPr>
        <p:spPr>
          <a:xfrm>
            <a:off x="274320" y="5074920"/>
            <a:ext cx="48462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afcfb39b93_0_70"/>
          <p:cNvSpPr/>
          <p:nvPr/>
        </p:nvSpPr>
        <p:spPr>
          <a:xfrm>
            <a:off x="274320" y="580644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なぜ困っている？（原因・背景）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g3afcfb39b93_0_70"/>
          <p:cNvSpPr/>
          <p:nvPr/>
        </p:nvSpPr>
        <p:spPr>
          <a:xfrm>
            <a:off x="274320" y="6080760"/>
            <a:ext cx="48462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afcfb39b93_0_70"/>
          <p:cNvSpPr/>
          <p:nvPr/>
        </p:nvSpPr>
        <p:spPr>
          <a:xfrm>
            <a:off x="274320" y="681228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なぜあなたはこの課題が気になる？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g3afcfb39b93_0_70"/>
          <p:cNvSpPr/>
          <p:nvPr/>
        </p:nvSpPr>
        <p:spPr>
          <a:xfrm>
            <a:off x="274320" y="7086600"/>
            <a:ext cx="4846200" cy="36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3afcfb39b93_0_70"/>
          <p:cNvSpPr/>
          <p:nvPr/>
        </p:nvSpPr>
        <p:spPr>
          <a:xfrm>
            <a:off x="5303520" y="3886200"/>
            <a:ext cx="502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課題のイメージ・メモ（自由に）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g3afcfb39b93_0_70"/>
          <p:cNvSpPr/>
          <p:nvPr/>
        </p:nvSpPr>
        <p:spPr>
          <a:xfrm>
            <a:off x="5303520" y="4160520"/>
            <a:ext cx="5029200" cy="3291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fcfb39b93_0_104"/>
          <p:cNvSpPr/>
          <p:nvPr/>
        </p:nvSpPr>
        <p:spPr>
          <a:xfrm>
            <a:off x="0" y="0"/>
            <a:ext cx="10689300" cy="731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3afcfb39b93_0_104"/>
          <p:cNvSpPr/>
          <p:nvPr/>
        </p:nvSpPr>
        <p:spPr>
          <a:xfrm>
            <a:off x="274320" y="1371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課題発見シート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g3afcfb39b93_0_104"/>
          <p:cNvSpPr/>
          <p:nvPr/>
        </p:nvSpPr>
        <p:spPr>
          <a:xfrm>
            <a:off x="7772400" y="22860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4B942"/>
                </a:solidFill>
                <a:latin typeface="Arial"/>
                <a:ea typeface="Arial"/>
                <a:cs typeface="Arial"/>
                <a:sym typeface="Arial"/>
              </a:rPr>
              <a:t>KYOTO PLATEAU HACK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g3afcfb39b93_0_104"/>
          <p:cNvSpPr/>
          <p:nvPr/>
        </p:nvSpPr>
        <p:spPr>
          <a:xfrm>
            <a:off x="274326" y="868675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チーム名：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g3afcfb39b93_0_104"/>
          <p:cNvSpPr/>
          <p:nvPr/>
        </p:nvSpPr>
        <p:spPr>
          <a:xfrm>
            <a:off x="124551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afcfb39b93_0_104"/>
          <p:cNvSpPr/>
          <p:nvPr/>
        </p:nvSpPr>
        <p:spPr>
          <a:xfrm>
            <a:off x="3573076" y="868675"/>
            <a:ext cx="690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名前：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g3afcfb39b93_0_104"/>
          <p:cNvSpPr/>
          <p:nvPr/>
        </p:nvSpPr>
        <p:spPr>
          <a:xfrm>
            <a:off x="426303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afcfb39b93_0_104"/>
          <p:cNvSpPr/>
          <p:nvPr/>
        </p:nvSpPr>
        <p:spPr>
          <a:xfrm>
            <a:off x="274320" y="132588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afcfb39b93_0_104"/>
          <p:cNvSpPr/>
          <p:nvPr/>
        </p:nvSpPr>
        <p:spPr>
          <a:xfrm>
            <a:off x="502920" y="132588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京都で気になる課題を書き出そう（3つ以上）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3afcfb39b93_0_104"/>
          <p:cNvSpPr/>
          <p:nvPr/>
        </p:nvSpPr>
        <p:spPr>
          <a:xfrm>
            <a:off x="502920" y="164592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テーマ：①京都駅前 ②京都のまちの物理的特徴 ③PLATEAU×オープンデータ（それ以外もOK）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g3afcfb39b93_0_104"/>
          <p:cNvSpPr/>
          <p:nvPr/>
        </p:nvSpPr>
        <p:spPr>
          <a:xfrm>
            <a:off x="27432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afcfb39b93_0_104"/>
          <p:cNvSpPr/>
          <p:nvPr/>
        </p:nvSpPr>
        <p:spPr>
          <a:xfrm>
            <a:off x="36576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g3afcfb39b93_0_104"/>
          <p:cNvSpPr/>
          <p:nvPr/>
        </p:nvSpPr>
        <p:spPr>
          <a:xfrm>
            <a:off x="283464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g3afcfb39b93_0_104"/>
          <p:cNvSpPr/>
          <p:nvPr/>
        </p:nvSpPr>
        <p:spPr>
          <a:xfrm>
            <a:off x="292608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g3afcfb39b93_0_104"/>
          <p:cNvSpPr/>
          <p:nvPr/>
        </p:nvSpPr>
        <p:spPr>
          <a:xfrm>
            <a:off x="539496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g3afcfb39b93_0_104"/>
          <p:cNvSpPr/>
          <p:nvPr/>
        </p:nvSpPr>
        <p:spPr>
          <a:xfrm>
            <a:off x="548640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g3afcfb39b93_0_104"/>
          <p:cNvSpPr/>
          <p:nvPr/>
        </p:nvSpPr>
        <p:spPr>
          <a:xfrm>
            <a:off x="795528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g3afcfb39b93_0_104"/>
          <p:cNvSpPr/>
          <p:nvPr/>
        </p:nvSpPr>
        <p:spPr>
          <a:xfrm>
            <a:off x="804672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g3afcfb39b93_0_104"/>
          <p:cNvSpPr/>
          <p:nvPr/>
        </p:nvSpPr>
        <p:spPr>
          <a:xfrm>
            <a:off x="274320" y="342900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afcfb39b93_0_104"/>
          <p:cNvSpPr/>
          <p:nvPr/>
        </p:nvSpPr>
        <p:spPr>
          <a:xfrm>
            <a:off x="502920" y="342900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一番気になる課題を選んで深掘りしよう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g3afcfb39b93_0_104"/>
          <p:cNvSpPr/>
          <p:nvPr/>
        </p:nvSpPr>
        <p:spPr>
          <a:xfrm>
            <a:off x="274320" y="388620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選んだ課題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g3afcfb39b93_0_104"/>
          <p:cNvSpPr/>
          <p:nvPr/>
        </p:nvSpPr>
        <p:spPr>
          <a:xfrm>
            <a:off x="274320" y="4160520"/>
            <a:ext cx="4846200" cy="5487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afcfb39b93_0_104"/>
          <p:cNvSpPr/>
          <p:nvPr/>
        </p:nvSpPr>
        <p:spPr>
          <a:xfrm>
            <a:off x="274320" y="480060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誰が困っている？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g3afcfb39b93_0_104"/>
          <p:cNvSpPr/>
          <p:nvPr/>
        </p:nvSpPr>
        <p:spPr>
          <a:xfrm>
            <a:off x="274320" y="5074920"/>
            <a:ext cx="48462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g3afcfb39b93_0_104"/>
          <p:cNvSpPr/>
          <p:nvPr/>
        </p:nvSpPr>
        <p:spPr>
          <a:xfrm>
            <a:off x="274320" y="580644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なぜ困っている？（原因・背景）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g3afcfb39b93_0_104"/>
          <p:cNvSpPr/>
          <p:nvPr/>
        </p:nvSpPr>
        <p:spPr>
          <a:xfrm>
            <a:off x="274320" y="6080760"/>
            <a:ext cx="48462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3afcfb39b93_0_104"/>
          <p:cNvSpPr/>
          <p:nvPr/>
        </p:nvSpPr>
        <p:spPr>
          <a:xfrm>
            <a:off x="274320" y="681228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なぜあなたはこの課題が気になる？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g3afcfb39b93_0_104"/>
          <p:cNvSpPr/>
          <p:nvPr/>
        </p:nvSpPr>
        <p:spPr>
          <a:xfrm>
            <a:off x="274320" y="7086600"/>
            <a:ext cx="4846200" cy="36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3afcfb39b93_0_104"/>
          <p:cNvSpPr/>
          <p:nvPr/>
        </p:nvSpPr>
        <p:spPr>
          <a:xfrm>
            <a:off x="5303520" y="3886200"/>
            <a:ext cx="502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課題のイメージ・メモ（自由に）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g3afcfb39b93_0_104"/>
          <p:cNvSpPr/>
          <p:nvPr/>
        </p:nvSpPr>
        <p:spPr>
          <a:xfrm>
            <a:off x="5303520" y="4160520"/>
            <a:ext cx="5029200" cy="3291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afcfb39b93_0_138"/>
          <p:cNvSpPr/>
          <p:nvPr/>
        </p:nvSpPr>
        <p:spPr>
          <a:xfrm>
            <a:off x="0" y="0"/>
            <a:ext cx="10689300" cy="731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3afcfb39b93_0_138"/>
          <p:cNvSpPr/>
          <p:nvPr/>
        </p:nvSpPr>
        <p:spPr>
          <a:xfrm>
            <a:off x="274320" y="1371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課題発見シート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g3afcfb39b93_0_138"/>
          <p:cNvSpPr/>
          <p:nvPr/>
        </p:nvSpPr>
        <p:spPr>
          <a:xfrm>
            <a:off x="7772400" y="22860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4B942"/>
                </a:solidFill>
                <a:latin typeface="Arial"/>
                <a:ea typeface="Arial"/>
                <a:cs typeface="Arial"/>
                <a:sym typeface="Arial"/>
              </a:rPr>
              <a:t>KYOTO PLATEAU HACK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g3afcfb39b93_0_138"/>
          <p:cNvSpPr/>
          <p:nvPr/>
        </p:nvSpPr>
        <p:spPr>
          <a:xfrm>
            <a:off x="274326" y="868675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チーム名：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g3afcfb39b93_0_138"/>
          <p:cNvSpPr/>
          <p:nvPr/>
        </p:nvSpPr>
        <p:spPr>
          <a:xfrm>
            <a:off x="124551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g3afcfb39b93_0_138"/>
          <p:cNvSpPr/>
          <p:nvPr/>
        </p:nvSpPr>
        <p:spPr>
          <a:xfrm>
            <a:off x="3573076" y="868675"/>
            <a:ext cx="690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名前：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g3afcfb39b93_0_138"/>
          <p:cNvSpPr/>
          <p:nvPr/>
        </p:nvSpPr>
        <p:spPr>
          <a:xfrm>
            <a:off x="426303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3afcfb39b93_0_138"/>
          <p:cNvSpPr/>
          <p:nvPr/>
        </p:nvSpPr>
        <p:spPr>
          <a:xfrm>
            <a:off x="274320" y="132588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g3afcfb39b93_0_138"/>
          <p:cNvSpPr/>
          <p:nvPr/>
        </p:nvSpPr>
        <p:spPr>
          <a:xfrm>
            <a:off x="502920" y="132588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京都で気になる課題を書き出そう（3つ以上）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g3afcfb39b93_0_138"/>
          <p:cNvSpPr/>
          <p:nvPr/>
        </p:nvSpPr>
        <p:spPr>
          <a:xfrm>
            <a:off x="502920" y="164592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テーマ：①京都駅前 ②京都のまちの物理的特徴 ③PLATEAU×オープンデータ（それ以外もOK）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g3afcfb39b93_0_138"/>
          <p:cNvSpPr/>
          <p:nvPr/>
        </p:nvSpPr>
        <p:spPr>
          <a:xfrm>
            <a:off x="27432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3afcfb39b93_0_138"/>
          <p:cNvSpPr/>
          <p:nvPr/>
        </p:nvSpPr>
        <p:spPr>
          <a:xfrm>
            <a:off x="36576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g3afcfb39b93_0_138"/>
          <p:cNvSpPr/>
          <p:nvPr/>
        </p:nvSpPr>
        <p:spPr>
          <a:xfrm>
            <a:off x="283464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g3afcfb39b93_0_138"/>
          <p:cNvSpPr/>
          <p:nvPr/>
        </p:nvSpPr>
        <p:spPr>
          <a:xfrm>
            <a:off x="292608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g3afcfb39b93_0_138"/>
          <p:cNvSpPr/>
          <p:nvPr/>
        </p:nvSpPr>
        <p:spPr>
          <a:xfrm>
            <a:off x="539496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g3afcfb39b93_0_138"/>
          <p:cNvSpPr/>
          <p:nvPr/>
        </p:nvSpPr>
        <p:spPr>
          <a:xfrm>
            <a:off x="548640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g3afcfb39b93_0_138"/>
          <p:cNvSpPr/>
          <p:nvPr/>
        </p:nvSpPr>
        <p:spPr>
          <a:xfrm>
            <a:off x="795528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3afcfb39b93_0_138"/>
          <p:cNvSpPr/>
          <p:nvPr/>
        </p:nvSpPr>
        <p:spPr>
          <a:xfrm>
            <a:off x="804672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g3afcfb39b93_0_138"/>
          <p:cNvSpPr/>
          <p:nvPr/>
        </p:nvSpPr>
        <p:spPr>
          <a:xfrm>
            <a:off x="274320" y="342900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g3afcfb39b93_0_138"/>
          <p:cNvSpPr/>
          <p:nvPr/>
        </p:nvSpPr>
        <p:spPr>
          <a:xfrm>
            <a:off x="502920" y="342900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一番気になる課題を選んで深掘りしよう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g3afcfb39b93_0_138"/>
          <p:cNvSpPr/>
          <p:nvPr/>
        </p:nvSpPr>
        <p:spPr>
          <a:xfrm>
            <a:off x="274320" y="388620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選んだ課題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g3afcfb39b93_0_138"/>
          <p:cNvSpPr/>
          <p:nvPr/>
        </p:nvSpPr>
        <p:spPr>
          <a:xfrm>
            <a:off x="274320" y="4160520"/>
            <a:ext cx="4846200" cy="5487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g3afcfb39b93_0_138"/>
          <p:cNvSpPr/>
          <p:nvPr/>
        </p:nvSpPr>
        <p:spPr>
          <a:xfrm>
            <a:off x="274320" y="480060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誰が困っている？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g3afcfb39b93_0_138"/>
          <p:cNvSpPr/>
          <p:nvPr/>
        </p:nvSpPr>
        <p:spPr>
          <a:xfrm>
            <a:off x="274320" y="5074920"/>
            <a:ext cx="48462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g3afcfb39b93_0_138"/>
          <p:cNvSpPr/>
          <p:nvPr/>
        </p:nvSpPr>
        <p:spPr>
          <a:xfrm>
            <a:off x="274320" y="580644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なぜ困っている？（原因・背景）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g3afcfb39b93_0_138"/>
          <p:cNvSpPr/>
          <p:nvPr/>
        </p:nvSpPr>
        <p:spPr>
          <a:xfrm>
            <a:off x="274320" y="6080760"/>
            <a:ext cx="48462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3afcfb39b93_0_138"/>
          <p:cNvSpPr/>
          <p:nvPr/>
        </p:nvSpPr>
        <p:spPr>
          <a:xfrm>
            <a:off x="274320" y="681228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なぜあなたはこの課題が気になる？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g3afcfb39b93_0_138"/>
          <p:cNvSpPr/>
          <p:nvPr/>
        </p:nvSpPr>
        <p:spPr>
          <a:xfrm>
            <a:off x="274320" y="7086600"/>
            <a:ext cx="4846200" cy="36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g3afcfb39b93_0_138"/>
          <p:cNvSpPr/>
          <p:nvPr/>
        </p:nvSpPr>
        <p:spPr>
          <a:xfrm>
            <a:off x="5303520" y="3886200"/>
            <a:ext cx="502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課題のイメージ・メモ（自由に）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g3afcfb39b93_0_138"/>
          <p:cNvSpPr/>
          <p:nvPr/>
        </p:nvSpPr>
        <p:spPr>
          <a:xfrm>
            <a:off x="5303520" y="4160520"/>
            <a:ext cx="5029200" cy="3291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afcfb39b93_0_172"/>
          <p:cNvSpPr/>
          <p:nvPr/>
        </p:nvSpPr>
        <p:spPr>
          <a:xfrm>
            <a:off x="0" y="0"/>
            <a:ext cx="10689300" cy="731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g3afcfb39b93_0_172"/>
          <p:cNvSpPr/>
          <p:nvPr/>
        </p:nvSpPr>
        <p:spPr>
          <a:xfrm>
            <a:off x="274320" y="1371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課題発見シート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g3afcfb39b93_0_172"/>
          <p:cNvSpPr/>
          <p:nvPr/>
        </p:nvSpPr>
        <p:spPr>
          <a:xfrm>
            <a:off x="7772400" y="22860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4B942"/>
                </a:solidFill>
                <a:latin typeface="Arial"/>
                <a:ea typeface="Arial"/>
                <a:cs typeface="Arial"/>
                <a:sym typeface="Arial"/>
              </a:rPr>
              <a:t>KYOTO PLATEAU HACK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g3afcfb39b93_0_172"/>
          <p:cNvSpPr/>
          <p:nvPr/>
        </p:nvSpPr>
        <p:spPr>
          <a:xfrm>
            <a:off x="274326" y="868675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チーム名：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g3afcfb39b93_0_172"/>
          <p:cNvSpPr/>
          <p:nvPr/>
        </p:nvSpPr>
        <p:spPr>
          <a:xfrm>
            <a:off x="124551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g3afcfb39b93_0_172"/>
          <p:cNvSpPr/>
          <p:nvPr/>
        </p:nvSpPr>
        <p:spPr>
          <a:xfrm>
            <a:off x="3573076" y="868675"/>
            <a:ext cx="690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名前：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g3afcfb39b93_0_172"/>
          <p:cNvSpPr/>
          <p:nvPr/>
        </p:nvSpPr>
        <p:spPr>
          <a:xfrm>
            <a:off x="426303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g3afcfb39b93_0_172"/>
          <p:cNvSpPr/>
          <p:nvPr/>
        </p:nvSpPr>
        <p:spPr>
          <a:xfrm>
            <a:off x="274320" y="132588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3afcfb39b93_0_172"/>
          <p:cNvSpPr/>
          <p:nvPr/>
        </p:nvSpPr>
        <p:spPr>
          <a:xfrm>
            <a:off x="502920" y="132588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京都で気になる課題を書き出そう（3つ以上）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g3afcfb39b93_0_172"/>
          <p:cNvSpPr/>
          <p:nvPr/>
        </p:nvSpPr>
        <p:spPr>
          <a:xfrm>
            <a:off x="502920" y="164592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テーマ：①京都駅前 ②京都のまちの物理的特徴 ③PLATEAU×オープンデータ（それ以外もOK）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g3afcfb39b93_0_172"/>
          <p:cNvSpPr/>
          <p:nvPr/>
        </p:nvSpPr>
        <p:spPr>
          <a:xfrm>
            <a:off x="27432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g3afcfb39b93_0_172"/>
          <p:cNvSpPr/>
          <p:nvPr/>
        </p:nvSpPr>
        <p:spPr>
          <a:xfrm>
            <a:off x="36576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g3afcfb39b93_0_172"/>
          <p:cNvSpPr/>
          <p:nvPr/>
        </p:nvSpPr>
        <p:spPr>
          <a:xfrm>
            <a:off x="283464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3afcfb39b93_0_172"/>
          <p:cNvSpPr/>
          <p:nvPr/>
        </p:nvSpPr>
        <p:spPr>
          <a:xfrm>
            <a:off x="292608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g3afcfb39b93_0_172"/>
          <p:cNvSpPr/>
          <p:nvPr/>
        </p:nvSpPr>
        <p:spPr>
          <a:xfrm>
            <a:off x="539496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3afcfb39b93_0_172"/>
          <p:cNvSpPr/>
          <p:nvPr/>
        </p:nvSpPr>
        <p:spPr>
          <a:xfrm>
            <a:off x="548640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g3afcfb39b93_0_172"/>
          <p:cNvSpPr/>
          <p:nvPr/>
        </p:nvSpPr>
        <p:spPr>
          <a:xfrm>
            <a:off x="795528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g3afcfb39b93_0_172"/>
          <p:cNvSpPr/>
          <p:nvPr/>
        </p:nvSpPr>
        <p:spPr>
          <a:xfrm>
            <a:off x="804672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g3afcfb39b93_0_172"/>
          <p:cNvSpPr/>
          <p:nvPr/>
        </p:nvSpPr>
        <p:spPr>
          <a:xfrm>
            <a:off x="274320" y="342900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g3afcfb39b93_0_172"/>
          <p:cNvSpPr/>
          <p:nvPr/>
        </p:nvSpPr>
        <p:spPr>
          <a:xfrm>
            <a:off x="502920" y="342900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一番気になる課題を選んで深掘りしよう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g3afcfb39b93_0_172"/>
          <p:cNvSpPr/>
          <p:nvPr/>
        </p:nvSpPr>
        <p:spPr>
          <a:xfrm>
            <a:off x="274320" y="388620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選んだ課題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g3afcfb39b93_0_172"/>
          <p:cNvSpPr/>
          <p:nvPr/>
        </p:nvSpPr>
        <p:spPr>
          <a:xfrm>
            <a:off x="274320" y="4160520"/>
            <a:ext cx="4846200" cy="5487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3afcfb39b93_0_172"/>
          <p:cNvSpPr/>
          <p:nvPr/>
        </p:nvSpPr>
        <p:spPr>
          <a:xfrm>
            <a:off x="274320" y="480060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誰が困っている？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g3afcfb39b93_0_172"/>
          <p:cNvSpPr/>
          <p:nvPr/>
        </p:nvSpPr>
        <p:spPr>
          <a:xfrm>
            <a:off x="274320" y="5074920"/>
            <a:ext cx="48462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g3afcfb39b93_0_172"/>
          <p:cNvSpPr/>
          <p:nvPr/>
        </p:nvSpPr>
        <p:spPr>
          <a:xfrm>
            <a:off x="274320" y="580644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なぜ困っている？（原因・背景）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g3afcfb39b93_0_172"/>
          <p:cNvSpPr/>
          <p:nvPr/>
        </p:nvSpPr>
        <p:spPr>
          <a:xfrm>
            <a:off x="274320" y="6080760"/>
            <a:ext cx="48462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g3afcfb39b93_0_172"/>
          <p:cNvSpPr/>
          <p:nvPr/>
        </p:nvSpPr>
        <p:spPr>
          <a:xfrm>
            <a:off x="274320" y="681228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なぜあなたはこの課題が気になる？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g3afcfb39b93_0_172"/>
          <p:cNvSpPr/>
          <p:nvPr/>
        </p:nvSpPr>
        <p:spPr>
          <a:xfrm>
            <a:off x="274320" y="7086600"/>
            <a:ext cx="4846200" cy="36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g3afcfb39b93_0_172"/>
          <p:cNvSpPr/>
          <p:nvPr/>
        </p:nvSpPr>
        <p:spPr>
          <a:xfrm>
            <a:off x="5303520" y="3886200"/>
            <a:ext cx="502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課題のイメージ・メモ（自由に）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g3afcfb39b93_0_172"/>
          <p:cNvSpPr/>
          <p:nvPr/>
        </p:nvSpPr>
        <p:spPr>
          <a:xfrm>
            <a:off x="5303520" y="4160520"/>
            <a:ext cx="5029200" cy="3291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afcfb39b93_0_206"/>
          <p:cNvSpPr/>
          <p:nvPr/>
        </p:nvSpPr>
        <p:spPr>
          <a:xfrm>
            <a:off x="0" y="0"/>
            <a:ext cx="10689300" cy="731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g3afcfb39b93_0_206"/>
          <p:cNvSpPr/>
          <p:nvPr/>
        </p:nvSpPr>
        <p:spPr>
          <a:xfrm>
            <a:off x="274320" y="1371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課題発見シート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g3afcfb39b93_0_206"/>
          <p:cNvSpPr/>
          <p:nvPr/>
        </p:nvSpPr>
        <p:spPr>
          <a:xfrm>
            <a:off x="7772400" y="22860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4B942"/>
                </a:solidFill>
                <a:latin typeface="Arial"/>
                <a:ea typeface="Arial"/>
                <a:cs typeface="Arial"/>
                <a:sym typeface="Arial"/>
              </a:rPr>
              <a:t>KYOTO PLATEAU HACK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g3afcfb39b93_0_206"/>
          <p:cNvSpPr/>
          <p:nvPr/>
        </p:nvSpPr>
        <p:spPr>
          <a:xfrm>
            <a:off x="274326" y="868675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チーム名：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g3afcfb39b93_0_206"/>
          <p:cNvSpPr/>
          <p:nvPr/>
        </p:nvSpPr>
        <p:spPr>
          <a:xfrm>
            <a:off x="124551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g3afcfb39b93_0_206"/>
          <p:cNvSpPr/>
          <p:nvPr/>
        </p:nvSpPr>
        <p:spPr>
          <a:xfrm>
            <a:off x="3573076" y="868675"/>
            <a:ext cx="690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名前：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g3afcfb39b93_0_206"/>
          <p:cNvSpPr/>
          <p:nvPr/>
        </p:nvSpPr>
        <p:spPr>
          <a:xfrm>
            <a:off x="426303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g3afcfb39b93_0_206"/>
          <p:cNvSpPr/>
          <p:nvPr/>
        </p:nvSpPr>
        <p:spPr>
          <a:xfrm>
            <a:off x="274320" y="132588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g3afcfb39b93_0_206"/>
          <p:cNvSpPr/>
          <p:nvPr/>
        </p:nvSpPr>
        <p:spPr>
          <a:xfrm>
            <a:off x="502920" y="132588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京都で気になる課題を書き出そう（3つ以上）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g3afcfb39b93_0_206"/>
          <p:cNvSpPr/>
          <p:nvPr/>
        </p:nvSpPr>
        <p:spPr>
          <a:xfrm>
            <a:off x="502920" y="164592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テーマ：①京都駅前 ②京都のまちの物理的特徴 ③PLATEAU×オープンデータ（それ以外もOK）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g3afcfb39b93_0_206"/>
          <p:cNvSpPr/>
          <p:nvPr/>
        </p:nvSpPr>
        <p:spPr>
          <a:xfrm>
            <a:off x="27432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g3afcfb39b93_0_206"/>
          <p:cNvSpPr/>
          <p:nvPr/>
        </p:nvSpPr>
        <p:spPr>
          <a:xfrm>
            <a:off x="36576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g3afcfb39b93_0_206"/>
          <p:cNvSpPr/>
          <p:nvPr/>
        </p:nvSpPr>
        <p:spPr>
          <a:xfrm>
            <a:off x="283464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g3afcfb39b93_0_206"/>
          <p:cNvSpPr/>
          <p:nvPr/>
        </p:nvSpPr>
        <p:spPr>
          <a:xfrm>
            <a:off x="292608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g3afcfb39b93_0_206"/>
          <p:cNvSpPr/>
          <p:nvPr/>
        </p:nvSpPr>
        <p:spPr>
          <a:xfrm>
            <a:off x="539496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g3afcfb39b93_0_206"/>
          <p:cNvSpPr/>
          <p:nvPr/>
        </p:nvSpPr>
        <p:spPr>
          <a:xfrm>
            <a:off x="548640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g3afcfb39b93_0_206"/>
          <p:cNvSpPr/>
          <p:nvPr/>
        </p:nvSpPr>
        <p:spPr>
          <a:xfrm>
            <a:off x="795528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g3afcfb39b93_0_206"/>
          <p:cNvSpPr/>
          <p:nvPr/>
        </p:nvSpPr>
        <p:spPr>
          <a:xfrm>
            <a:off x="804672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g3afcfb39b93_0_206"/>
          <p:cNvSpPr/>
          <p:nvPr/>
        </p:nvSpPr>
        <p:spPr>
          <a:xfrm>
            <a:off x="274320" y="342900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g3afcfb39b93_0_206"/>
          <p:cNvSpPr/>
          <p:nvPr/>
        </p:nvSpPr>
        <p:spPr>
          <a:xfrm>
            <a:off x="502920" y="342900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一番気になる課題を選んで深掘りしよう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g3afcfb39b93_0_206"/>
          <p:cNvSpPr/>
          <p:nvPr/>
        </p:nvSpPr>
        <p:spPr>
          <a:xfrm>
            <a:off x="274320" y="388620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選んだ課題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g3afcfb39b93_0_206"/>
          <p:cNvSpPr/>
          <p:nvPr/>
        </p:nvSpPr>
        <p:spPr>
          <a:xfrm>
            <a:off x="274320" y="4160520"/>
            <a:ext cx="4846200" cy="5487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g3afcfb39b93_0_206"/>
          <p:cNvSpPr/>
          <p:nvPr/>
        </p:nvSpPr>
        <p:spPr>
          <a:xfrm>
            <a:off x="274320" y="480060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誰が困っている？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g3afcfb39b93_0_206"/>
          <p:cNvSpPr/>
          <p:nvPr/>
        </p:nvSpPr>
        <p:spPr>
          <a:xfrm>
            <a:off x="274320" y="5074920"/>
            <a:ext cx="48462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g3afcfb39b93_0_206"/>
          <p:cNvSpPr/>
          <p:nvPr/>
        </p:nvSpPr>
        <p:spPr>
          <a:xfrm>
            <a:off x="274320" y="580644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なぜ困っている？（原因・背景）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g3afcfb39b93_0_206"/>
          <p:cNvSpPr/>
          <p:nvPr/>
        </p:nvSpPr>
        <p:spPr>
          <a:xfrm>
            <a:off x="274320" y="6080760"/>
            <a:ext cx="48462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g3afcfb39b93_0_206"/>
          <p:cNvSpPr/>
          <p:nvPr/>
        </p:nvSpPr>
        <p:spPr>
          <a:xfrm>
            <a:off x="274320" y="681228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なぜあなたはこの課題が気になる？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g3afcfb39b93_0_206"/>
          <p:cNvSpPr/>
          <p:nvPr/>
        </p:nvSpPr>
        <p:spPr>
          <a:xfrm>
            <a:off x="274320" y="7086600"/>
            <a:ext cx="4846200" cy="36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g3afcfb39b93_0_206"/>
          <p:cNvSpPr/>
          <p:nvPr/>
        </p:nvSpPr>
        <p:spPr>
          <a:xfrm>
            <a:off x="5303520" y="3886200"/>
            <a:ext cx="502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課題のイメージ・メモ（自由に）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g3afcfb39b93_0_206"/>
          <p:cNvSpPr/>
          <p:nvPr/>
        </p:nvSpPr>
        <p:spPr>
          <a:xfrm>
            <a:off x="5303520" y="4160520"/>
            <a:ext cx="5029200" cy="3291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afcfb39b93_0_240"/>
          <p:cNvSpPr/>
          <p:nvPr/>
        </p:nvSpPr>
        <p:spPr>
          <a:xfrm>
            <a:off x="0" y="0"/>
            <a:ext cx="10689300" cy="731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g3afcfb39b93_0_240"/>
          <p:cNvSpPr/>
          <p:nvPr/>
        </p:nvSpPr>
        <p:spPr>
          <a:xfrm>
            <a:off x="274320" y="1371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課題発見シート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g3afcfb39b93_0_240"/>
          <p:cNvSpPr/>
          <p:nvPr/>
        </p:nvSpPr>
        <p:spPr>
          <a:xfrm>
            <a:off x="7772400" y="22860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4B942"/>
                </a:solidFill>
                <a:latin typeface="Arial"/>
                <a:ea typeface="Arial"/>
                <a:cs typeface="Arial"/>
                <a:sym typeface="Arial"/>
              </a:rPr>
              <a:t>KYOTO PLATEAU HACK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g3afcfb39b93_0_240"/>
          <p:cNvSpPr/>
          <p:nvPr/>
        </p:nvSpPr>
        <p:spPr>
          <a:xfrm>
            <a:off x="274326" y="868675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チーム名：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g3afcfb39b93_0_240"/>
          <p:cNvSpPr/>
          <p:nvPr/>
        </p:nvSpPr>
        <p:spPr>
          <a:xfrm>
            <a:off x="124551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g3afcfb39b93_0_240"/>
          <p:cNvSpPr/>
          <p:nvPr/>
        </p:nvSpPr>
        <p:spPr>
          <a:xfrm>
            <a:off x="3573076" y="868675"/>
            <a:ext cx="690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名前：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g3afcfb39b93_0_240"/>
          <p:cNvSpPr/>
          <p:nvPr/>
        </p:nvSpPr>
        <p:spPr>
          <a:xfrm>
            <a:off x="426303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g3afcfb39b93_0_240"/>
          <p:cNvSpPr/>
          <p:nvPr/>
        </p:nvSpPr>
        <p:spPr>
          <a:xfrm>
            <a:off x="274320" y="132588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g3afcfb39b93_0_240"/>
          <p:cNvSpPr/>
          <p:nvPr/>
        </p:nvSpPr>
        <p:spPr>
          <a:xfrm>
            <a:off x="502920" y="132588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京都で気になる課題を書き出そう（3つ以上）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g3afcfb39b93_0_240"/>
          <p:cNvSpPr/>
          <p:nvPr/>
        </p:nvSpPr>
        <p:spPr>
          <a:xfrm>
            <a:off x="502920" y="164592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テーマ：①京都駅前 ②京都のまちの物理的特徴 ③PLATEAU×オープンデータ（それ以外もOK）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g3afcfb39b93_0_240"/>
          <p:cNvSpPr/>
          <p:nvPr/>
        </p:nvSpPr>
        <p:spPr>
          <a:xfrm>
            <a:off x="27432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g3afcfb39b93_0_240"/>
          <p:cNvSpPr/>
          <p:nvPr/>
        </p:nvSpPr>
        <p:spPr>
          <a:xfrm>
            <a:off x="36576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g3afcfb39b93_0_240"/>
          <p:cNvSpPr/>
          <p:nvPr/>
        </p:nvSpPr>
        <p:spPr>
          <a:xfrm>
            <a:off x="283464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g3afcfb39b93_0_240"/>
          <p:cNvSpPr/>
          <p:nvPr/>
        </p:nvSpPr>
        <p:spPr>
          <a:xfrm>
            <a:off x="292608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g3afcfb39b93_0_240"/>
          <p:cNvSpPr/>
          <p:nvPr/>
        </p:nvSpPr>
        <p:spPr>
          <a:xfrm>
            <a:off x="539496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g3afcfb39b93_0_240"/>
          <p:cNvSpPr/>
          <p:nvPr/>
        </p:nvSpPr>
        <p:spPr>
          <a:xfrm>
            <a:off x="548640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g3afcfb39b93_0_240"/>
          <p:cNvSpPr/>
          <p:nvPr/>
        </p:nvSpPr>
        <p:spPr>
          <a:xfrm>
            <a:off x="795528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g3afcfb39b93_0_240"/>
          <p:cNvSpPr/>
          <p:nvPr/>
        </p:nvSpPr>
        <p:spPr>
          <a:xfrm>
            <a:off x="804672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g3afcfb39b93_0_240"/>
          <p:cNvSpPr/>
          <p:nvPr/>
        </p:nvSpPr>
        <p:spPr>
          <a:xfrm>
            <a:off x="274320" y="342900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g3afcfb39b93_0_240"/>
          <p:cNvSpPr/>
          <p:nvPr/>
        </p:nvSpPr>
        <p:spPr>
          <a:xfrm>
            <a:off x="502920" y="342900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一番気になる課題を選んで深掘りしよう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g3afcfb39b93_0_240"/>
          <p:cNvSpPr/>
          <p:nvPr/>
        </p:nvSpPr>
        <p:spPr>
          <a:xfrm>
            <a:off x="274320" y="388620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選んだ課題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g3afcfb39b93_0_240"/>
          <p:cNvSpPr/>
          <p:nvPr/>
        </p:nvSpPr>
        <p:spPr>
          <a:xfrm>
            <a:off x="274320" y="4160520"/>
            <a:ext cx="4846200" cy="5487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g3afcfb39b93_0_240"/>
          <p:cNvSpPr/>
          <p:nvPr/>
        </p:nvSpPr>
        <p:spPr>
          <a:xfrm>
            <a:off x="274320" y="480060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誰が困っている？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g3afcfb39b93_0_240"/>
          <p:cNvSpPr/>
          <p:nvPr/>
        </p:nvSpPr>
        <p:spPr>
          <a:xfrm>
            <a:off x="274320" y="5074920"/>
            <a:ext cx="48462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g3afcfb39b93_0_240"/>
          <p:cNvSpPr/>
          <p:nvPr/>
        </p:nvSpPr>
        <p:spPr>
          <a:xfrm>
            <a:off x="274320" y="580644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なぜ困っている？（原因・背景）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g3afcfb39b93_0_240"/>
          <p:cNvSpPr/>
          <p:nvPr/>
        </p:nvSpPr>
        <p:spPr>
          <a:xfrm>
            <a:off x="274320" y="6080760"/>
            <a:ext cx="48462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g3afcfb39b93_0_240"/>
          <p:cNvSpPr/>
          <p:nvPr/>
        </p:nvSpPr>
        <p:spPr>
          <a:xfrm>
            <a:off x="274320" y="681228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なぜあなたはこの課題が気になる？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g3afcfb39b93_0_240"/>
          <p:cNvSpPr/>
          <p:nvPr/>
        </p:nvSpPr>
        <p:spPr>
          <a:xfrm>
            <a:off x="274320" y="7086600"/>
            <a:ext cx="4846200" cy="36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g3afcfb39b93_0_240"/>
          <p:cNvSpPr/>
          <p:nvPr/>
        </p:nvSpPr>
        <p:spPr>
          <a:xfrm>
            <a:off x="5303520" y="3886200"/>
            <a:ext cx="502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課題のイメージ・メモ（自由に）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g3afcfb39b93_0_240"/>
          <p:cNvSpPr/>
          <p:nvPr/>
        </p:nvSpPr>
        <p:spPr>
          <a:xfrm>
            <a:off x="5303520" y="4160520"/>
            <a:ext cx="5029200" cy="3291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afcfb39b93_0_274"/>
          <p:cNvSpPr/>
          <p:nvPr/>
        </p:nvSpPr>
        <p:spPr>
          <a:xfrm>
            <a:off x="0" y="0"/>
            <a:ext cx="10689300" cy="731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g3afcfb39b93_0_274"/>
          <p:cNvSpPr/>
          <p:nvPr/>
        </p:nvSpPr>
        <p:spPr>
          <a:xfrm>
            <a:off x="274320" y="1371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課題発見シート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g3afcfb39b93_0_274"/>
          <p:cNvSpPr/>
          <p:nvPr/>
        </p:nvSpPr>
        <p:spPr>
          <a:xfrm>
            <a:off x="7772400" y="22860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4B942"/>
                </a:solidFill>
                <a:latin typeface="Arial"/>
                <a:ea typeface="Arial"/>
                <a:cs typeface="Arial"/>
                <a:sym typeface="Arial"/>
              </a:rPr>
              <a:t>KYOTO PLATEAU HACK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g3afcfb39b93_0_274"/>
          <p:cNvSpPr/>
          <p:nvPr/>
        </p:nvSpPr>
        <p:spPr>
          <a:xfrm>
            <a:off x="274326" y="868675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チーム名：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g3afcfb39b93_0_274"/>
          <p:cNvSpPr/>
          <p:nvPr/>
        </p:nvSpPr>
        <p:spPr>
          <a:xfrm>
            <a:off x="124551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g3afcfb39b93_0_274"/>
          <p:cNvSpPr/>
          <p:nvPr/>
        </p:nvSpPr>
        <p:spPr>
          <a:xfrm>
            <a:off x="3573076" y="868675"/>
            <a:ext cx="690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名前：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g3afcfb39b93_0_274"/>
          <p:cNvSpPr/>
          <p:nvPr/>
        </p:nvSpPr>
        <p:spPr>
          <a:xfrm>
            <a:off x="426303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g3afcfb39b93_0_274"/>
          <p:cNvSpPr/>
          <p:nvPr/>
        </p:nvSpPr>
        <p:spPr>
          <a:xfrm>
            <a:off x="274320" y="132588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g3afcfb39b93_0_274"/>
          <p:cNvSpPr/>
          <p:nvPr/>
        </p:nvSpPr>
        <p:spPr>
          <a:xfrm>
            <a:off x="502920" y="132588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京都で気になる課題を書き出そう（3つ以上）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g3afcfb39b93_0_274"/>
          <p:cNvSpPr/>
          <p:nvPr/>
        </p:nvSpPr>
        <p:spPr>
          <a:xfrm>
            <a:off x="502920" y="164592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テーマ：①京都駅前 ②京都のまちの物理的特徴 ③PLATEAU×オープンデータ（それ以外もOK）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g3afcfb39b93_0_274"/>
          <p:cNvSpPr/>
          <p:nvPr/>
        </p:nvSpPr>
        <p:spPr>
          <a:xfrm>
            <a:off x="27432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g3afcfb39b93_0_274"/>
          <p:cNvSpPr/>
          <p:nvPr/>
        </p:nvSpPr>
        <p:spPr>
          <a:xfrm>
            <a:off x="36576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g3afcfb39b93_0_274"/>
          <p:cNvSpPr/>
          <p:nvPr/>
        </p:nvSpPr>
        <p:spPr>
          <a:xfrm>
            <a:off x="283464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g3afcfb39b93_0_274"/>
          <p:cNvSpPr/>
          <p:nvPr/>
        </p:nvSpPr>
        <p:spPr>
          <a:xfrm>
            <a:off x="292608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g3afcfb39b93_0_274"/>
          <p:cNvSpPr/>
          <p:nvPr/>
        </p:nvSpPr>
        <p:spPr>
          <a:xfrm>
            <a:off x="539496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g3afcfb39b93_0_274"/>
          <p:cNvSpPr/>
          <p:nvPr/>
        </p:nvSpPr>
        <p:spPr>
          <a:xfrm>
            <a:off x="548640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g3afcfb39b93_0_274"/>
          <p:cNvSpPr/>
          <p:nvPr/>
        </p:nvSpPr>
        <p:spPr>
          <a:xfrm>
            <a:off x="795528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g3afcfb39b93_0_274"/>
          <p:cNvSpPr/>
          <p:nvPr/>
        </p:nvSpPr>
        <p:spPr>
          <a:xfrm>
            <a:off x="804672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g3afcfb39b93_0_274"/>
          <p:cNvSpPr/>
          <p:nvPr/>
        </p:nvSpPr>
        <p:spPr>
          <a:xfrm>
            <a:off x="274320" y="342900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g3afcfb39b93_0_274"/>
          <p:cNvSpPr/>
          <p:nvPr/>
        </p:nvSpPr>
        <p:spPr>
          <a:xfrm>
            <a:off x="502920" y="342900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一番気になる課題を選んで深掘りしよう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g3afcfb39b93_0_274"/>
          <p:cNvSpPr/>
          <p:nvPr/>
        </p:nvSpPr>
        <p:spPr>
          <a:xfrm>
            <a:off x="274320" y="388620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選んだ課題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g3afcfb39b93_0_274"/>
          <p:cNvSpPr/>
          <p:nvPr/>
        </p:nvSpPr>
        <p:spPr>
          <a:xfrm>
            <a:off x="274320" y="4160520"/>
            <a:ext cx="4846200" cy="5487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g3afcfb39b93_0_274"/>
          <p:cNvSpPr/>
          <p:nvPr/>
        </p:nvSpPr>
        <p:spPr>
          <a:xfrm>
            <a:off x="274320" y="480060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誰が困っている？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g3afcfb39b93_0_274"/>
          <p:cNvSpPr/>
          <p:nvPr/>
        </p:nvSpPr>
        <p:spPr>
          <a:xfrm>
            <a:off x="274320" y="5074920"/>
            <a:ext cx="48462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g3afcfb39b93_0_274"/>
          <p:cNvSpPr/>
          <p:nvPr/>
        </p:nvSpPr>
        <p:spPr>
          <a:xfrm>
            <a:off x="274320" y="580644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なぜ困っている？（原因・背景）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g3afcfb39b93_0_274"/>
          <p:cNvSpPr/>
          <p:nvPr/>
        </p:nvSpPr>
        <p:spPr>
          <a:xfrm>
            <a:off x="274320" y="6080760"/>
            <a:ext cx="48462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g3afcfb39b93_0_274"/>
          <p:cNvSpPr/>
          <p:nvPr/>
        </p:nvSpPr>
        <p:spPr>
          <a:xfrm>
            <a:off x="274320" y="681228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なぜあなたはこの課題が気になる？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g3afcfb39b93_0_274"/>
          <p:cNvSpPr/>
          <p:nvPr/>
        </p:nvSpPr>
        <p:spPr>
          <a:xfrm>
            <a:off x="274320" y="7086600"/>
            <a:ext cx="4846200" cy="36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g3afcfb39b93_0_274"/>
          <p:cNvSpPr/>
          <p:nvPr/>
        </p:nvSpPr>
        <p:spPr>
          <a:xfrm>
            <a:off x="5303520" y="3886200"/>
            <a:ext cx="502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課題のイメージ・メモ（自由に）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g3afcfb39b93_0_274"/>
          <p:cNvSpPr/>
          <p:nvPr/>
        </p:nvSpPr>
        <p:spPr>
          <a:xfrm>
            <a:off x="5303520" y="4160520"/>
            <a:ext cx="5029200" cy="3291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afcfb39b93_0_308"/>
          <p:cNvSpPr/>
          <p:nvPr/>
        </p:nvSpPr>
        <p:spPr>
          <a:xfrm>
            <a:off x="0" y="0"/>
            <a:ext cx="10689300" cy="731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g3afcfb39b93_0_308"/>
          <p:cNvSpPr/>
          <p:nvPr/>
        </p:nvSpPr>
        <p:spPr>
          <a:xfrm>
            <a:off x="274320" y="1371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課題発見シート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g3afcfb39b93_0_308"/>
          <p:cNvSpPr/>
          <p:nvPr/>
        </p:nvSpPr>
        <p:spPr>
          <a:xfrm>
            <a:off x="7772400" y="22860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4B942"/>
                </a:solidFill>
                <a:latin typeface="Arial"/>
                <a:ea typeface="Arial"/>
                <a:cs typeface="Arial"/>
                <a:sym typeface="Arial"/>
              </a:rPr>
              <a:t>KYOTO PLATEAU HACK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g3afcfb39b93_0_308"/>
          <p:cNvSpPr/>
          <p:nvPr/>
        </p:nvSpPr>
        <p:spPr>
          <a:xfrm>
            <a:off x="274326" y="868675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チーム名：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g3afcfb39b93_0_308"/>
          <p:cNvSpPr/>
          <p:nvPr/>
        </p:nvSpPr>
        <p:spPr>
          <a:xfrm>
            <a:off x="124551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g3afcfb39b93_0_308"/>
          <p:cNvSpPr/>
          <p:nvPr/>
        </p:nvSpPr>
        <p:spPr>
          <a:xfrm>
            <a:off x="3573076" y="868675"/>
            <a:ext cx="690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名前：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g3afcfb39b93_0_308"/>
          <p:cNvSpPr/>
          <p:nvPr/>
        </p:nvSpPr>
        <p:spPr>
          <a:xfrm>
            <a:off x="426303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g3afcfb39b93_0_308"/>
          <p:cNvSpPr/>
          <p:nvPr/>
        </p:nvSpPr>
        <p:spPr>
          <a:xfrm>
            <a:off x="274320" y="132588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g3afcfb39b93_0_308"/>
          <p:cNvSpPr/>
          <p:nvPr/>
        </p:nvSpPr>
        <p:spPr>
          <a:xfrm>
            <a:off x="502920" y="132588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京都で気になる課題を書き出そう（3つ以上）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g3afcfb39b93_0_308"/>
          <p:cNvSpPr/>
          <p:nvPr/>
        </p:nvSpPr>
        <p:spPr>
          <a:xfrm>
            <a:off x="502920" y="164592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テーマ：①京都駅前 ②京都のまちの物理的特徴 ③PLATEAU×オープンデータ（それ以外もOK）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g3afcfb39b93_0_308"/>
          <p:cNvSpPr/>
          <p:nvPr/>
        </p:nvSpPr>
        <p:spPr>
          <a:xfrm>
            <a:off x="27432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g3afcfb39b93_0_308"/>
          <p:cNvSpPr/>
          <p:nvPr/>
        </p:nvSpPr>
        <p:spPr>
          <a:xfrm>
            <a:off x="36576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g3afcfb39b93_0_308"/>
          <p:cNvSpPr/>
          <p:nvPr/>
        </p:nvSpPr>
        <p:spPr>
          <a:xfrm>
            <a:off x="283464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g3afcfb39b93_0_308"/>
          <p:cNvSpPr/>
          <p:nvPr/>
        </p:nvSpPr>
        <p:spPr>
          <a:xfrm>
            <a:off x="292608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g3afcfb39b93_0_308"/>
          <p:cNvSpPr/>
          <p:nvPr/>
        </p:nvSpPr>
        <p:spPr>
          <a:xfrm>
            <a:off x="539496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g3afcfb39b93_0_308"/>
          <p:cNvSpPr/>
          <p:nvPr/>
        </p:nvSpPr>
        <p:spPr>
          <a:xfrm>
            <a:off x="548640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g3afcfb39b93_0_308"/>
          <p:cNvSpPr/>
          <p:nvPr/>
        </p:nvSpPr>
        <p:spPr>
          <a:xfrm>
            <a:off x="795528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g3afcfb39b93_0_308"/>
          <p:cNvSpPr/>
          <p:nvPr/>
        </p:nvSpPr>
        <p:spPr>
          <a:xfrm>
            <a:off x="804672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g3afcfb39b93_0_308"/>
          <p:cNvSpPr/>
          <p:nvPr/>
        </p:nvSpPr>
        <p:spPr>
          <a:xfrm>
            <a:off x="274320" y="342900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g3afcfb39b93_0_308"/>
          <p:cNvSpPr/>
          <p:nvPr/>
        </p:nvSpPr>
        <p:spPr>
          <a:xfrm>
            <a:off x="502920" y="342900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一番気になる課題を選んで深掘りしよう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g3afcfb39b93_0_308"/>
          <p:cNvSpPr/>
          <p:nvPr/>
        </p:nvSpPr>
        <p:spPr>
          <a:xfrm>
            <a:off x="274320" y="388620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選んだ課題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g3afcfb39b93_0_308"/>
          <p:cNvSpPr/>
          <p:nvPr/>
        </p:nvSpPr>
        <p:spPr>
          <a:xfrm>
            <a:off x="274320" y="4160520"/>
            <a:ext cx="4846200" cy="5487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g3afcfb39b93_0_308"/>
          <p:cNvSpPr/>
          <p:nvPr/>
        </p:nvSpPr>
        <p:spPr>
          <a:xfrm>
            <a:off x="274320" y="480060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誰が困っている？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g3afcfb39b93_0_308"/>
          <p:cNvSpPr/>
          <p:nvPr/>
        </p:nvSpPr>
        <p:spPr>
          <a:xfrm>
            <a:off x="274320" y="5074920"/>
            <a:ext cx="48462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g3afcfb39b93_0_308"/>
          <p:cNvSpPr/>
          <p:nvPr/>
        </p:nvSpPr>
        <p:spPr>
          <a:xfrm>
            <a:off x="274320" y="580644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なぜ困っている？（原因・背景）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g3afcfb39b93_0_308"/>
          <p:cNvSpPr/>
          <p:nvPr/>
        </p:nvSpPr>
        <p:spPr>
          <a:xfrm>
            <a:off x="274320" y="6080760"/>
            <a:ext cx="48462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g3afcfb39b93_0_308"/>
          <p:cNvSpPr/>
          <p:nvPr/>
        </p:nvSpPr>
        <p:spPr>
          <a:xfrm>
            <a:off x="274320" y="681228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なぜあなたはこの課題が気になる？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g3afcfb39b93_0_308"/>
          <p:cNvSpPr/>
          <p:nvPr/>
        </p:nvSpPr>
        <p:spPr>
          <a:xfrm>
            <a:off x="274320" y="7086600"/>
            <a:ext cx="4846200" cy="36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g3afcfb39b93_0_308"/>
          <p:cNvSpPr/>
          <p:nvPr/>
        </p:nvSpPr>
        <p:spPr>
          <a:xfrm>
            <a:off x="5303520" y="3886200"/>
            <a:ext cx="502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課題のイメージ・メモ（自由に）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g3afcfb39b93_0_308"/>
          <p:cNvSpPr/>
          <p:nvPr/>
        </p:nvSpPr>
        <p:spPr>
          <a:xfrm>
            <a:off x="5303520" y="4160520"/>
            <a:ext cx="5029200" cy="3291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afcfb39b93_0_342"/>
          <p:cNvSpPr/>
          <p:nvPr/>
        </p:nvSpPr>
        <p:spPr>
          <a:xfrm>
            <a:off x="0" y="0"/>
            <a:ext cx="10689300" cy="731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g3afcfb39b93_0_342"/>
          <p:cNvSpPr/>
          <p:nvPr/>
        </p:nvSpPr>
        <p:spPr>
          <a:xfrm>
            <a:off x="274320" y="1371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課題発見シート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g3afcfb39b93_0_342"/>
          <p:cNvSpPr/>
          <p:nvPr/>
        </p:nvSpPr>
        <p:spPr>
          <a:xfrm>
            <a:off x="7772400" y="22860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4B942"/>
                </a:solidFill>
                <a:latin typeface="Arial"/>
                <a:ea typeface="Arial"/>
                <a:cs typeface="Arial"/>
                <a:sym typeface="Arial"/>
              </a:rPr>
              <a:t>KYOTO PLATEAU HACK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g3afcfb39b93_0_342"/>
          <p:cNvSpPr/>
          <p:nvPr/>
        </p:nvSpPr>
        <p:spPr>
          <a:xfrm>
            <a:off x="274326" y="868675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チーム名：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g3afcfb39b93_0_342"/>
          <p:cNvSpPr/>
          <p:nvPr/>
        </p:nvSpPr>
        <p:spPr>
          <a:xfrm>
            <a:off x="124551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g3afcfb39b93_0_342"/>
          <p:cNvSpPr/>
          <p:nvPr/>
        </p:nvSpPr>
        <p:spPr>
          <a:xfrm>
            <a:off x="3573076" y="868675"/>
            <a:ext cx="690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名前：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g3afcfb39b93_0_342"/>
          <p:cNvSpPr/>
          <p:nvPr/>
        </p:nvSpPr>
        <p:spPr>
          <a:xfrm>
            <a:off x="426303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g3afcfb39b93_0_342"/>
          <p:cNvSpPr/>
          <p:nvPr/>
        </p:nvSpPr>
        <p:spPr>
          <a:xfrm>
            <a:off x="274320" y="132588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g3afcfb39b93_0_342"/>
          <p:cNvSpPr/>
          <p:nvPr/>
        </p:nvSpPr>
        <p:spPr>
          <a:xfrm>
            <a:off x="502920" y="132588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京都で気になる課題を書き出そう（3つ以上）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g3afcfb39b93_0_342"/>
          <p:cNvSpPr/>
          <p:nvPr/>
        </p:nvSpPr>
        <p:spPr>
          <a:xfrm>
            <a:off x="502920" y="164592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テーマ：①京都駅前 ②京都のまちの物理的特徴 ③PLATEAU×オープンデータ（それ以外もOK）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g3afcfb39b93_0_342"/>
          <p:cNvSpPr/>
          <p:nvPr/>
        </p:nvSpPr>
        <p:spPr>
          <a:xfrm>
            <a:off x="27432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g3afcfb39b93_0_342"/>
          <p:cNvSpPr/>
          <p:nvPr/>
        </p:nvSpPr>
        <p:spPr>
          <a:xfrm>
            <a:off x="36576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g3afcfb39b93_0_342"/>
          <p:cNvSpPr/>
          <p:nvPr/>
        </p:nvSpPr>
        <p:spPr>
          <a:xfrm>
            <a:off x="283464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g3afcfb39b93_0_342"/>
          <p:cNvSpPr/>
          <p:nvPr/>
        </p:nvSpPr>
        <p:spPr>
          <a:xfrm>
            <a:off x="292608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g3afcfb39b93_0_342"/>
          <p:cNvSpPr/>
          <p:nvPr/>
        </p:nvSpPr>
        <p:spPr>
          <a:xfrm>
            <a:off x="539496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g3afcfb39b93_0_342"/>
          <p:cNvSpPr/>
          <p:nvPr/>
        </p:nvSpPr>
        <p:spPr>
          <a:xfrm>
            <a:off x="548640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g3afcfb39b93_0_342"/>
          <p:cNvSpPr/>
          <p:nvPr/>
        </p:nvSpPr>
        <p:spPr>
          <a:xfrm>
            <a:off x="795528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g3afcfb39b93_0_342"/>
          <p:cNvSpPr/>
          <p:nvPr/>
        </p:nvSpPr>
        <p:spPr>
          <a:xfrm>
            <a:off x="804672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g3afcfb39b93_0_342"/>
          <p:cNvSpPr/>
          <p:nvPr/>
        </p:nvSpPr>
        <p:spPr>
          <a:xfrm>
            <a:off x="274320" y="342900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g3afcfb39b93_0_342"/>
          <p:cNvSpPr/>
          <p:nvPr/>
        </p:nvSpPr>
        <p:spPr>
          <a:xfrm>
            <a:off x="502920" y="342900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一番気になる課題を選んで深掘りしよう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g3afcfb39b93_0_342"/>
          <p:cNvSpPr/>
          <p:nvPr/>
        </p:nvSpPr>
        <p:spPr>
          <a:xfrm>
            <a:off x="274320" y="388620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選んだ課題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g3afcfb39b93_0_342"/>
          <p:cNvSpPr/>
          <p:nvPr/>
        </p:nvSpPr>
        <p:spPr>
          <a:xfrm>
            <a:off x="274320" y="4160520"/>
            <a:ext cx="4846200" cy="5487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g3afcfb39b93_0_342"/>
          <p:cNvSpPr/>
          <p:nvPr/>
        </p:nvSpPr>
        <p:spPr>
          <a:xfrm>
            <a:off x="274320" y="480060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誰が困っている？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g3afcfb39b93_0_342"/>
          <p:cNvSpPr/>
          <p:nvPr/>
        </p:nvSpPr>
        <p:spPr>
          <a:xfrm>
            <a:off x="274320" y="5074920"/>
            <a:ext cx="48462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g3afcfb39b93_0_342"/>
          <p:cNvSpPr/>
          <p:nvPr/>
        </p:nvSpPr>
        <p:spPr>
          <a:xfrm>
            <a:off x="274320" y="580644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なぜ困っている？（原因・背景）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g3afcfb39b93_0_342"/>
          <p:cNvSpPr/>
          <p:nvPr/>
        </p:nvSpPr>
        <p:spPr>
          <a:xfrm>
            <a:off x="274320" y="6080760"/>
            <a:ext cx="48462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g3afcfb39b93_0_342"/>
          <p:cNvSpPr/>
          <p:nvPr/>
        </p:nvSpPr>
        <p:spPr>
          <a:xfrm>
            <a:off x="274320" y="681228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なぜあなたはこの課題が気になる？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g3afcfb39b93_0_342"/>
          <p:cNvSpPr/>
          <p:nvPr/>
        </p:nvSpPr>
        <p:spPr>
          <a:xfrm>
            <a:off x="274320" y="7086600"/>
            <a:ext cx="4846200" cy="36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g3afcfb39b93_0_342"/>
          <p:cNvSpPr/>
          <p:nvPr/>
        </p:nvSpPr>
        <p:spPr>
          <a:xfrm>
            <a:off x="5303520" y="3886200"/>
            <a:ext cx="502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課題のイメージ・メモ（自由に）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g3afcfb39b93_0_342"/>
          <p:cNvSpPr/>
          <p:nvPr/>
        </p:nvSpPr>
        <p:spPr>
          <a:xfrm>
            <a:off x="5303520" y="4160520"/>
            <a:ext cx="5029200" cy="3291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afcfb39b93_0_376"/>
          <p:cNvSpPr/>
          <p:nvPr/>
        </p:nvSpPr>
        <p:spPr>
          <a:xfrm>
            <a:off x="0" y="0"/>
            <a:ext cx="10689300" cy="731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g3afcfb39b93_0_376"/>
          <p:cNvSpPr/>
          <p:nvPr/>
        </p:nvSpPr>
        <p:spPr>
          <a:xfrm>
            <a:off x="274320" y="1371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課題発見シート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g3afcfb39b93_0_376"/>
          <p:cNvSpPr/>
          <p:nvPr/>
        </p:nvSpPr>
        <p:spPr>
          <a:xfrm>
            <a:off x="7772400" y="22860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4B942"/>
                </a:solidFill>
                <a:latin typeface="Arial"/>
                <a:ea typeface="Arial"/>
                <a:cs typeface="Arial"/>
                <a:sym typeface="Arial"/>
              </a:rPr>
              <a:t>KYOTO PLATEAU HACK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g3afcfb39b93_0_376"/>
          <p:cNvSpPr/>
          <p:nvPr/>
        </p:nvSpPr>
        <p:spPr>
          <a:xfrm>
            <a:off x="274326" y="868675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チーム名：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g3afcfb39b93_0_376"/>
          <p:cNvSpPr/>
          <p:nvPr/>
        </p:nvSpPr>
        <p:spPr>
          <a:xfrm>
            <a:off x="124551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g3afcfb39b93_0_376"/>
          <p:cNvSpPr/>
          <p:nvPr/>
        </p:nvSpPr>
        <p:spPr>
          <a:xfrm>
            <a:off x="3573076" y="868675"/>
            <a:ext cx="690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名前：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g3afcfb39b93_0_376"/>
          <p:cNvSpPr/>
          <p:nvPr/>
        </p:nvSpPr>
        <p:spPr>
          <a:xfrm>
            <a:off x="426303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g3afcfb39b93_0_376"/>
          <p:cNvSpPr/>
          <p:nvPr/>
        </p:nvSpPr>
        <p:spPr>
          <a:xfrm>
            <a:off x="274320" y="132588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g3afcfb39b93_0_376"/>
          <p:cNvSpPr/>
          <p:nvPr/>
        </p:nvSpPr>
        <p:spPr>
          <a:xfrm>
            <a:off x="502920" y="132588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京都で気になる課題を書き出そう（3つ以上）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g3afcfb39b93_0_376"/>
          <p:cNvSpPr/>
          <p:nvPr/>
        </p:nvSpPr>
        <p:spPr>
          <a:xfrm>
            <a:off x="502920" y="164592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テーマ：①京都駅前 ②京都のまちの物理的特徴 ③PLATEAU×オープンデータ（それ以外もOK）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g3afcfb39b93_0_376"/>
          <p:cNvSpPr/>
          <p:nvPr/>
        </p:nvSpPr>
        <p:spPr>
          <a:xfrm>
            <a:off x="27432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g3afcfb39b93_0_376"/>
          <p:cNvSpPr/>
          <p:nvPr/>
        </p:nvSpPr>
        <p:spPr>
          <a:xfrm>
            <a:off x="36576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g3afcfb39b93_0_376"/>
          <p:cNvSpPr/>
          <p:nvPr/>
        </p:nvSpPr>
        <p:spPr>
          <a:xfrm>
            <a:off x="283464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g3afcfb39b93_0_376"/>
          <p:cNvSpPr/>
          <p:nvPr/>
        </p:nvSpPr>
        <p:spPr>
          <a:xfrm>
            <a:off x="292608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g3afcfb39b93_0_376"/>
          <p:cNvSpPr/>
          <p:nvPr/>
        </p:nvSpPr>
        <p:spPr>
          <a:xfrm>
            <a:off x="539496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g3afcfb39b93_0_376"/>
          <p:cNvSpPr/>
          <p:nvPr/>
        </p:nvSpPr>
        <p:spPr>
          <a:xfrm>
            <a:off x="548640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g3afcfb39b93_0_376"/>
          <p:cNvSpPr/>
          <p:nvPr/>
        </p:nvSpPr>
        <p:spPr>
          <a:xfrm>
            <a:off x="795528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g3afcfb39b93_0_376"/>
          <p:cNvSpPr/>
          <p:nvPr/>
        </p:nvSpPr>
        <p:spPr>
          <a:xfrm>
            <a:off x="804672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g3afcfb39b93_0_376"/>
          <p:cNvSpPr/>
          <p:nvPr/>
        </p:nvSpPr>
        <p:spPr>
          <a:xfrm>
            <a:off x="274320" y="342900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g3afcfb39b93_0_376"/>
          <p:cNvSpPr/>
          <p:nvPr/>
        </p:nvSpPr>
        <p:spPr>
          <a:xfrm>
            <a:off x="502920" y="342900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一番気になる課題を選んで深掘りしよう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g3afcfb39b93_0_376"/>
          <p:cNvSpPr/>
          <p:nvPr/>
        </p:nvSpPr>
        <p:spPr>
          <a:xfrm>
            <a:off x="274320" y="388620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選んだ課題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g3afcfb39b93_0_376"/>
          <p:cNvSpPr/>
          <p:nvPr/>
        </p:nvSpPr>
        <p:spPr>
          <a:xfrm>
            <a:off x="274320" y="4160520"/>
            <a:ext cx="4846200" cy="5487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g3afcfb39b93_0_376"/>
          <p:cNvSpPr/>
          <p:nvPr/>
        </p:nvSpPr>
        <p:spPr>
          <a:xfrm>
            <a:off x="274320" y="480060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誰が困っている？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g3afcfb39b93_0_376"/>
          <p:cNvSpPr/>
          <p:nvPr/>
        </p:nvSpPr>
        <p:spPr>
          <a:xfrm>
            <a:off x="274320" y="5074920"/>
            <a:ext cx="48462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g3afcfb39b93_0_376"/>
          <p:cNvSpPr/>
          <p:nvPr/>
        </p:nvSpPr>
        <p:spPr>
          <a:xfrm>
            <a:off x="274320" y="580644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なぜ困っている？（原因・背景）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g3afcfb39b93_0_376"/>
          <p:cNvSpPr/>
          <p:nvPr/>
        </p:nvSpPr>
        <p:spPr>
          <a:xfrm>
            <a:off x="274320" y="6080760"/>
            <a:ext cx="48462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g3afcfb39b93_0_376"/>
          <p:cNvSpPr/>
          <p:nvPr/>
        </p:nvSpPr>
        <p:spPr>
          <a:xfrm>
            <a:off x="274320" y="681228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なぜあなたはこの課題が気になる？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g3afcfb39b93_0_376"/>
          <p:cNvSpPr/>
          <p:nvPr/>
        </p:nvSpPr>
        <p:spPr>
          <a:xfrm>
            <a:off x="274320" y="7086600"/>
            <a:ext cx="4846200" cy="36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g3afcfb39b93_0_376"/>
          <p:cNvSpPr/>
          <p:nvPr/>
        </p:nvSpPr>
        <p:spPr>
          <a:xfrm>
            <a:off x="5303520" y="3886200"/>
            <a:ext cx="502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課題のイメージ・メモ（自由に）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g3afcfb39b93_0_376"/>
          <p:cNvSpPr/>
          <p:nvPr/>
        </p:nvSpPr>
        <p:spPr>
          <a:xfrm>
            <a:off x="5303520" y="4160520"/>
            <a:ext cx="5029200" cy="3291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afcfb39b93_0_410"/>
          <p:cNvSpPr/>
          <p:nvPr/>
        </p:nvSpPr>
        <p:spPr>
          <a:xfrm>
            <a:off x="0" y="0"/>
            <a:ext cx="10689300" cy="731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g3afcfb39b93_0_410"/>
          <p:cNvSpPr/>
          <p:nvPr/>
        </p:nvSpPr>
        <p:spPr>
          <a:xfrm>
            <a:off x="274320" y="1371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課題発見シート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g3afcfb39b93_0_410"/>
          <p:cNvSpPr/>
          <p:nvPr/>
        </p:nvSpPr>
        <p:spPr>
          <a:xfrm>
            <a:off x="7772400" y="22860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4B942"/>
                </a:solidFill>
                <a:latin typeface="Arial"/>
                <a:ea typeface="Arial"/>
                <a:cs typeface="Arial"/>
                <a:sym typeface="Arial"/>
              </a:rPr>
              <a:t>KYOTO PLATEAU HACK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g3afcfb39b93_0_410"/>
          <p:cNvSpPr/>
          <p:nvPr/>
        </p:nvSpPr>
        <p:spPr>
          <a:xfrm>
            <a:off x="274326" y="868675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チーム名：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g3afcfb39b93_0_410"/>
          <p:cNvSpPr/>
          <p:nvPr/>
        </p:nvSpPr>
        <p:spPr>
          <a:xfrm>
            <a:off x="124551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g3afcfb39b93_0_410"/>
          <p:cNvSpPr/>
          <p:nvPr/>
        </p:nvSpPr>
        <p:spPr>
          <a:xfrm>
            <a:off x="3573076" y="868675"/>
            <a:ext cx="690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名前：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g3afcfb39b93_0_410"/>
          <p:cNvSpPr/>
          <p:nvPr/>
        </p:nvSpPr>
        <p:spPr>
          <a:xfrm>
            <a:off x="426303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g3afcfb39b93_0_410"/>
          <p:cNvSpPr/>
          <p:nvPr/>
        </p:nvSpPr>
        <p:spPr>
          <a:xfrm>
            <a:off x="274320" y="132588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g3afcfb39b93_0_410"/>
          <p:cNvSpPr/>
          <p:nvPr/>
        </p:nvSpPr>
        <p:spPr>
          <a:xfrm>
            <a:off x="502920" y="132588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京都で気になる課題を書き出そう（3つ以上）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g3afcfb39b93_0_410"/>
          <p:cNvSpPr/>
          <p:nvPr/>
        </p:nvSpPr>
        <p:spPr>
          <a:xfrm>
            <a:off x="502920" y="164592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テーマ：①京都駅前 ②京都のまちの物理的特徴 ③PLATEAU×オープンデータ（それ以外もOK）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g3afcfb39b93_0_410"/>
          <p:cNvSpPr/>
          <p:nvPr/>
        </p:nvSpPr>
        <p:spPr>
          <a:xfrm>
            <a:off x="27432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g3afcfb39b93_0_410"/>
          <p:cNvSpPr/>
          <p:nvPr/>
        </p:nvSpPr>
        <p:spPr>
          <a:xfrm>
            <a:off x="36576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g3afcfb39b93_0_410"/>
          <p:cNvSpPr/>
          <p:nvPr/>
        </p:nvSpPr>
        <p:spPr>
          <a:xfrm>
            <a:off x="283464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g3afcfb39b93_0_410"/>
          <p:cNvSpPr/>
          <p:nvPr/>
        </p:nvSpPr>
        <p:spPr>
          <a:xfrm>
            <a:off x="292608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g3afcfb39b93_0_410"/>
          <p:cNvSpPr/>
          <p:nvPr/>
        </p:nvSpPr>
        <p:spPr>
          <a:xfrm>
            <a:off x="539496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g3afcfb39b93_0_410"/>
          <p:cNvSpPr/>
          <p:nvPr/>
        </p:nvSpPr>
        <p:spPr>
          <a:xfrm>
            <a:off x="548640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g3afcfb39b93_0_410"/>
          <p:cNvSpPr/>
          <p:nvPr/>
        </p:nvSpPr>
        <p:spPr>
          <a:xfrm>
            <a:off x="795528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g3afcfb39b93_0_410"/>
          <p:cNvSpPr/>
          <p:nvPr/>
        </p:nvSpPr>
        <p:spPr>
          <a:xfrm>
            <a:off x="804672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g3afcfb39b93_0_410"/>
          <p:cNvSpPr/>
          <p:nvPr/>
        </p:nvSpPr>
        <p:spPr>
          <a:xfrm>
            <a:off x="274320" y="342900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g3afcfb39b93_0_410"/>
          <p:cNvSpPr/>
          <p:nvPr/>
        </p:nvSpPr>
        <p:spPr>
          <a:xfrm>
            <a:off x="502920" y="342900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一番気になる課題を選んで深掘りしよう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g3afcfb39b93_0_410"/>
          <p:cNvSpPr/>
          <p:nvPr/>
        </p:nvSpPr>
        <p:spPr>
          <a:xfrm>
            <a:off x="274320" y="388620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選んだ課題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g3afcfb39b93_0_410"/>
          <p:cNvSpPr/>
          <p:nvPr/>
        </p:nvSpPr>
        <p:spPr>
          <a:xfrm>
            <a:off x="274320" y="4160520"/>
            <a:ext cx="4846200" cy="5487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g3afcfb39b93_0_410"/>
          <p:cNvSpPr/>
          <p:nvPr/>
        </p:nvSpPr>
        <p:spPr>
          <a:xfrm>
            <a:off x="274320" y="480060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誰が困っている？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g3afcfb39b93_0_410"/>
          <p:cNvSpPr/>
          <p:nvPr/>
        </p:nvSpPr>
        <p:spPr>
          <a:xfrm>
            <a:off x="274320" y="5074920"/>
            <a:ext cx="48462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g3afcfb39b93_0_410"/>
          <p:cNvSpPr/>
          <p:nvPr/>
        </p:nvSpPr>
        <p:spPr>
          <a:xfrm>
            <a:off x="274320" y="580644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なぜ困っている？（原因・背景）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g3afcfb39b93_0_410"/>
          <p:cNvSpPr/>
          <p:nvPr/>
        </p:nvSpPr>
        <p:spPr>
          <a:xfrm>
            <a:off x="274320" y="6080760"/>
            <a:ext cx="48462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g3afcfb39b93_0_410"/>
          <p:cNvSpPr/>
          <p:nvPr/>
        </p:nvSpPr>
        <p:spPr>
          <a:xfrm>
            <a:off x="274320" y="681228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なぜあなたはこの課題が気になる？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g3afcfb39b93_0_410"/>
          <p:cNvSpPr/>
          <p:nvPr/>
        </p:nvSpPr>
        <p:spPr>
          <a:xfrm>
            <a:off x="274320" y="7086600"/>
            <a:ext cx="4846200" cy="36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g3afcfb39b93_0_410"/>
          <p:cNvSpPr/>
          <p:nvPr/>
        </p:nvSpPr>
        <p:spPr>
          <a:xfrm>
            <a:off x="5303520" y="3886200"/>
            <a:ext cx="502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課題のイメージ・メモ（自由に）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g3afcfb39b93_0_410"/>
          <p:cNvSpPr/>
          <p:nvPr/>
        </p:nvSpPr>
        <p:spPr>
          <a:xfrm>
            <a:off x="5303520" y="4160520"/>
            <a:ext cx="5029200" cy="3291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afcfb39b93_0_444"/>
          <p:cNvSpPr/>
          <p:nvPr/>
        </p:nvSpPr>
        <p:spPr>
          <a:xfrm>
            <a:off x="0" y="0"/>
            <a:ext cx="10689300" cy="731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g3afcfb39b93_0_444"/>
          <p:cNvSpPr/>
          <p:nvPr/>
        </p:nvSpPr>
        <p:spPr>
          <a:xfrm>
            <a:off x="274320" y="1371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課題発見シート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g3afcfb39b93_0_444"/>
          <p:cNvSpPr/>
          <p:nvPr/>
        </p:nvSpPr>
        <p:spPr>
          <a:xfrm>
            <a:off x="7772400" y="22860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4B942"/>
                </a:solidFill>
                <a:latin typeface="Arial"/>
                <a:ea typeface="Arial"/>
                <a:cs typeface="Arial"/>
                <a:sym typeface="Arial"/>
              </a:rPr>
              <a:t>KYOTO PLATEAU HACK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g3afcfb39b93_0_444"/>
          <p:cNvSpPr/>
          <p:nvPr/>
        </p:nvSpPr>
        <p:spPr>
          <a:xfrm>
            <a:off x="274326" y="868675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チーム名：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g3afcfb39b93_0_444"/>
          <p:cNvSpPr/>
          <p:nvPr/>
        </p:nvSpPr>
        <p:spPr>
          <a:xfrm>
            <a:off x="124551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g3afcfb39b93_0_444"/>
          <p:cNvSpPr/>
          <p:nvPr/>
        </p:nvSpPr>
        <p:spPr>
          <a:xfrm>
            <a:off x="3573076" y="868675"/>
            <a:ext cx="690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名前：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g3afcfb39b93_0_444"/>
          <p:cNvSpPr/>
          <p:nvPr/>
        </p:nvSpPr>
        <p:spPr>
          <a:xfrm>
            <a:off x="426303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g3afcfb39b93_0_444"/>
          <p:cNvSpPr/>
          <p:nvPr/>
        </p:nvSpPr>
        <p:spPr>
          <a:xfrm>
            <a:off x="274320" y="132588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g3afcfb39b93_0_444"/>
          <p:cNvSpPr/>
          <p:nvPr/>
        </p:nvSpPr>
        <p:spPr>
          <a:xfrm>
            <a:off x="502920" y="132588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京都で気になる課題を書き出そう（3つ以上）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g3afcfb39b93_0_444"/>
          <p:cNvSpPr/>
          <p:nvPr/>
        </p:nvSpPr>
        <p:spPr>
          <a:xfrm>
            <a:off x="502920" y="164592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テーマ：①京都駅前 ②京都のまちの物理的特徴 ③PLATEAU×オープンデータ（それ以外もOK）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g3afcfb39b93_0_444"/>
          <p:cNvSpPr/>
          <p:nvPr/>
        </p:nvSpPr>
        <p:spPr>
          <a:xfrm>
            <a:off x="27432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g3afcfb39b93_0_444"/>
          <p:cNvSpPr/>
          <p:nvPr/>
        </p:nvSpPr>
        <p:spPr>
          <a:xfrm>
            <a:off x="36576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g3afcfb39b93_0_444"/>
          <p:cNvSpPr/>
          <p:nvPr/>
        </p:nvSpPr>
        <p:spPr>
          <a:xfrm>
            <a:off x="283464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g3afcfb39b93_0_444"/>
          <p:cNvSpPr/>
          <p:nvPr/>
        </p:nvSpPr>
        <p:spPr>
          <a:xfrm>
            <a:off x="292608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g3afcfb39b93_0_444"/>
          <p:cNvSpPr/>
          <p:nvPr/>
        </p:nvSpPr>
        <p:spPr>
          <a:xfrm>
            <a:off x="539496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g3afcfb39b93_0_444"/>
          <p:cNvSpPr/>
          <p:nvPr/>
        </p:nvSpPr>
        <p:spPr>
          <a:xfrm>
            <a:off x="548640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g3afcfb39b93_0_444"/>
          <p:cNvSpPr/>
          <p:nvPr/>
        </p:nvSpPr>
        <p:spPr>
          <a:xfrm>
            <a:off x="795528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g3afcfb39b93_0_444"/>
          <p:cNvSpPr/>
          <p:nvPr/>
        </p:nvSpPr>
        <p:spPr>
          <a:xfrm>
            <a:off x="804672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g3afcfb39b93_0_444"/>
          <p:cNvSpPr/>
          <p:nvPr/>
        </p:nvSpPr>
        <p:spPr>
          <a:xfrm>
            <a:off x="274320" y="342900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g3afcfb39b93_0_444"/>
          <p:cNvSpPr/>
          <p:nvPr/>
        </p:nvSpPr>
        <p:spPr>
          <a:xfrm>
            <a:off x="502920" y="342900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一番気になる課題を選んで深掘りしよう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g3afcfb39b93_0_444"/>
          <p:cNvSpPr/>
          <p:nvPr/>
        </p:nvSpPr>
        <p:spPr>
          <a:xfrm>
            <a:off x="274320" y="388620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選んだ課題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g3afcfb39b93_0_444"/>
          <p:cNvSpPr/>
          <p:nvPr/>
        </p:nvSpPr>
        <p:spPr>
          <a:xfrm>
            <a:off x="274320" y="4160520"/>
            <a:ext cx="4846200" cy="5487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g3afcfb39b93_0_444"/>
          <p:cNvSpPr/>
          <p:nvPr/>
        </p:nvSpPr>
        <p:spPr>
          <a:xfrm>
            <a:off x="274320" y="480060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誰が困っている？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g3afcfb39b93_0_444"/>
          <p:cNvSpPr/>
          <p:nvPr/>
        </p:nvSpPr>
        <p:spPr>
          <a:xfrm>
            <a:off x="274320" y="5074920"/>
            <a:ext cx="48462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g3afcfb39b93_0_444"/>
          <p:cNvSpPr/>
          <p:nvPr/>
        </p:nvSpPr>
        <p:spPr>
          <a:xfrm>
            <a:off x="274320" y="580644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なぜ困っている？（原因・背景）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g3afcfb39b93_0_444"/>
          <p:cNvSpPr/>
          <p:nvPr/>
        </p:nvSpPr>
        <p:spPr>
          <a:xfrm>
            <a:off x="274320" y="6080760"/>
            <a:ext cx="48462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g3afcfb39b93_0_444"/>
          <p:cNvSpPr/>
          <p:nvPr/>
        </p:nvSpPr>
        <p:spPr>
          <a:xfrm>
            <a:off x="274320" y="681228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なぜあなたはこの課題が気になる？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g3afcfb39b93_0_444"/>
          <p:cNvSpPr/>
          <p:nvPr/>
        </p:nvSpPr>
        <p:spPr>
          <a:xfrm>
            <a:off x="274320" y="7086600"/>
            <a:ext cx="4846200" cy="36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g3afcfb39b93_0_444"/>
          <p:cNvSpPr/>
          <p:nvPr/>
        </p:nvSpPr>
        <p:spPr>
          <a:xfrm>
            <a:off x="5303520" y="3886200"/>
            <a:ext cx="502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課題のイメージ・メモ（自由に）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g3afcfb39b93_0_444"/>
          <p:cNvSpPr/>
          <p:nvPr/>
        </p:nvSpPr>
        <p:spPr>
          <a:xfrm>
            <a:off x="5303520" y="4160520"/>
            <a:ext cx="5029200" cy="3291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afcfb39b93_0_478"/>
          <p:cNvSpPr/>
          <p:nvPr/>
        </p:nvSpPr>
        <p:spPr>
          <a:xfrm>
            <a:off x="0" y="0"/>
            <a:ext cx="10689300" cy="731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g3afcfb39b93_0_478"/>
          <p:cNvSpPr/>
          <p:nvPr/>
        </p:nvSpPr>
        <p:spPr>
          <a:xfrm>
            <a:off x="274320" y="1371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課題発見シート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g3afcfb39b93_0_478"/>
          <p:cNvSpPr/>
          <p:nvPr/>
        </p:nvSpPr>
        <p:spPr>
          <a:xfrm>
            <a:off x="7772400" y="22860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4B942"/>
                </a:solidFill>
                <a:latin typeface="Arial"/>
                <a:ea typeface="Arial"/>
                <a:cs typeface="Arial"/>
                <a:sym typeface="Arial"/>
              </a:rPr>
              <a:t>KYOTO PLATEAU HACK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g3afcfb39b93_0_478"/>
          <p:cNvSpPr/>
          <p:nvPr/>
        </p:nvSpPr>
        <p:spPr>
          <a:xfrm>
            <a:off x="274326" y="868675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チーム名：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g3afcfb39b93_0_478"/>
          <p:cNvSpPr/>
          <p:nvPr/>
        </p:nvSpPr>
        <p:spPr>
          <a:xfrm>
            <a:off x="124551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g3afcfb39b93_0_478"/>
          <p:cNvSpPr/>
          <p:nvPr/>
        </p:nvSpPr>
        <p:spPr>
          <a:xfrm>
            <a:off x="3573076" y="868675"/>
            <a:ext cx="690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名前：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g3afcfb39b93_0_478"/>
          <p:cNvSpPr/>
          <p:nvPr/>
        </p:nvSpPr>
        <p:spPr>
          <a:xfrm>
            <a:off x="426303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g3afcfb39b93_0_478"/>
          <p:cNvSpPr/>
          <p:nvPr/>
        </p:nvSpPr>
        <p:spPr>
          <a:xfrm>
            <a:off x="274320" y="132588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g3afcfb39b93_0_478"/>
          <p:cNvSpPr/>
          <p:nvPr/>
        </p:nvSpPr>
        <p:spPr>
          <a:xfrm>
            <a:off x="502920" y="132588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京都で気になる課題を書き出そう（3つ以上）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g3afcfb39b93_0_478"/>
          <p:cNvSpPr/>
          <p:nvPr/>
        </p:nvSpPr>
        <p:spPr>
          <a:xfrm>
            <a:off x="502920" y="164592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テーマ：①京都駅前 ②京都のまちの物理的特徴 ③PLATEAU×オープンデータ（それ以外もOK）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g3afcfb39b93_0_478"/>
          <p:cNvSpPr/>
          <p:nvPr/>
        </p:nvSpPr>
        <p:spPr>
          <a:xfrm>
            <a:off x="27432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g3afcfb39b93_0_478"/>
          <p:cNvSpPr/>
          <p:nvPr/>
        </p:nvSpPr>
        <p:spPr>
          <a:xfrm>
            <a:off x="36576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g3afcfb39b93_0_478"/>
          <p:cNvSpPr/>
          <p:nvPr/>
        </p:nvSpPr>
        <p:spPr>
          <a:xfrm>
            <a:off x="283464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g3afcfb39b93_0_478"/>
          <p:cNvSpPr/>
          <p:nvPr/>
        </p:nvSpPr>
        <p:spPr>
          <a:xfrm>
            <a:off x="292608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g3afcfb39b93_0_478"/>
          <p:cNvSpPr/>
          <p:nvPr/>
        </p:nvSpPr>
        <p:spPr>
          <a:xfrm>
            <a:off x="539496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g3afcfb39b93_0_478"/>
          <p:cNvSpPr/>
          <p:nvPr/>
        </p:nvSpPr>
        <p:spPr>
          <a:xfrm>
            <a:off x="548640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g3afcfb39b93_0_478"/>
          <p:cNvSpPr/>
          <p:nvPr/>
        </p:nvSpPr>
        <p:spPr>
          <a:xfrm>
            <a:off x="795528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g3afcfb39b93_0_478"/>
          <p:cNvSpPr/>
          <p:nvPr/>
        </p:nvSpPr>
        <p:spPr>
          <a:xfrm>
            <a:off x="804672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g3afcfb39b93_0_478"/>
          <p:cNvSpPr/>
          <p:nvPr/>
        </p:nvSpPr>
        <p:spPr>
          <a:xfrm>
            <a:off x="274320" y="342900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g3afcfb39b93_0_478"/>
          <p:cNvSpPr/>
          <p:nvPr/>
        </p:nvSpPr>
        <p:spPr>
          <a:xfrm>
            <a:off x="502920" y="342900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一番気になる課題を選んで深掘りしよう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g3afcfb39b93_0_478"/>
          <p:cNvSpPr/>
          <p:nvPr/>
        </p:nvSpPr>
        <p:spPr>
          <a:xfrm>
            <a:off x="274320" y="388620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選んだ課題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g3afcfb39b93_0_478"/>
          <p:cNvSpPr/>
          <p:nvPr/>
        </p:nvSpPr>
        <p:spPr>
          <a:xfrm>
            <a:off x="274320" y="4160520"/>
            <a:ext cx="4846200" cy="5487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g3afcfb39b93_0_478"/>
          <p:cNvSpPr/>
          <p:nvPr/>
        </p:nvSpPr>
        <p:spPr>
          <a:xfrm>
            <a:off x="274320" y="480060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誰が困っている？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g3afcfb39b93_0_478"/>
          <p:cNvSpPr/>
          <p:nvPr/>
        </p:nvSpPr>
        <p:spPr>
          <a:xfrm>
            <a:off x="274320" y="5074920"/>
            <a:ext cx="48462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g3afcfb39b93_0_478"/>
          <p:cNvSpPr/>
          <p:nvPr/>
        </p:nvSpPr>
        <p:spPr>
          <a:xfrm>
            <a:off x="274320" y="580644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なぜ困っている？（原因・背景）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g3afcfb39b93_0_478"/>
          <p:cNvSpPr/>
          <p:nvPr/>
        </p:nvSpPr>
        <p:spPr>
          <a:xfrm>
            <a:off x="274320" y="6080760"/>
            <a:ext cx="48462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g3afcfb39b93_0_478"/>
          <p:cNvSpPr/>
          <p:nvPr/>
        </p:nvSpPr>
        <p:spPr>
          <a:xfrm>
            <a:off x="274320" y="681228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なぜあなたはこの課題が気になる？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g3afcfb39b93_0_478"/>
          <p:cNvSpPr/>
          <p:nvPr/>
        </p:nvSpPr>
        <p:spPr>
          <a:xfrm>
            <a:off x="274320" y="7086600"/>
            <a:ext cx="4846200" cy="36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g3afcfb39b93_0_478"/>
          <p:cNvSpPr/>
          <p:nvPr/>
        </p:nvSpPr>
        <p:spPr>
          <a:xfrm>
            <a:off x="5303520" y="3886200"/>
            <a:ext cx="502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課題のイメージ・メモ（自由に）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g3afcfb39b93_0_478"/>
          <p:cNvSpPr/>
          <p:nvPr/>
        </p:nvSpPr>
        <p:spPr>
          <a:xfrm>
            <a:off x="5303520" y="4160520"/>
            <a:ext cx="5029200" cy="3291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afcfb39b93_0_512"/>
          <p:cNvSpPr/>
          <p:nvPr/>
        </p:nvSpPr>
        <p:spPr>
          <a:xfrm>
            <a:off x="0" y="0"/>
            <a:ext cx="10689300" cy="731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g3afcfb39b93_0_512"/>
          <p:cNvSpPr/>
          <p:nvPr/>
        </p:nvSpPr>
        <p:spPr>
          <a:xfrm>
            <a:off x="274320" y="1371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課題発見シート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g3afcfb39b93_0_512"/>
          <p:cNvSpPr/>
          <p:nvPr/>
        </p:nvSpPr>
        <p:spPr>
          <a:xfrm>
            <a:off x="7772400" y="22860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4B942"/>
                </a:solidFill>
                <a:latin typeface="Arial"/>
                <a:ea typeface="Arial"/>
                <a:cs typeface="Arial"/>
                <a:sym typeface="Arial"/>
              </a:rPr>
              <a:t>KYOTO PLATEAU HACK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g3afcfb39b93_0_512"/>
          <p:cNvSpPr/>
          <p:nvPr/>
        </p:nvSpPr>
        <p:spPr>
          <a:xfrm>
            <a:off x="274326" y="868675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チーム名：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g3afcfb39b93_0_512"/>
          <p:cNvSpPr/>
          <p:nvPr/>
        </p:nvSpPr>
        <p:spPr>
          <a:xfrm>
            <a:off x="124551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g3afcfb39b93_0_512"/>
          <p:cNvSpPr/>
          <p:nvPr/>
        </p:nvSpPr>
        <p:spPr>
          <a:xfrm>
            <a:off x="3573076" y="868675"/>
            <a:ext cx="690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名前：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g3afcfb39b93_0_512"/>
          <p:cNvSpPr/>
          <p:nvPr/>
        </p:nvSpPr>
        <p:spPr>
          <a:xfrm>
            <a:off x="426303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g3afcfb39b93_0_512"/>
          <p:cNvSpPr/>
          <p:nvPr/>
        </p:nvSpPr>
        <p:spPr>
          <a:xfrm>
            <a:off x="274320" y="132588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g3afcfb39b93_0_512"/>
          <p:cNvSpPr/>
          <p:nvPr/>
        </p:nvSpPr>
        <p:spPr>
          <a:xfrm>
            <a:off x="502920" y="132588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京都で気になる課題を書き出そう（3つ以上）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g3afcfb39b93_0_512"/>
          <p:cNvSpPr/>
          <p:nvPr/>
        </p:nvSpPr>
        <p:spPr>
          <a:xfrm>
            <a:off x="502920" y="164592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テーマ：①京都駅前 ②京都のまちの物理的特徴 ③PLATEAU×オープンデータ（それ以外もOK）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g3afcfb39b93_0_512"/>
          <p:cNvSpPr/>
          <p:nvPr/>
        </p:nvSpPr>
        <p:spPr>
          <a:xfrm>
            <a:off x="27432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g3afcfb39b93_0_512"/>
          <p:cNvSpPr/>
          <p:nvPr/>
        </p:nvSpPr>
        <p:spPr>
          <a:xfrm>
            <a:off x="36576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g3afcfb39b93_0_512"/>
          <p:cNvSpPr/>
          <p:nvPr/>
        </p:nvSpPr>
        <p:spPr>
          <a:xfrm>
            <a:off x="283464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g3afcfb39b93_0_512"/>
          <p:cNvSpPr/>
          <p:nvPr/>
        </p:nvSpPr>
        <p:spPr>
          <a:xfrm>
            <a:off x="292608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g3afcfb39b93_0_512"/>
          <p:cNvSpPr/>
          <p:nvPr/>
        </p:nvSpPr>
        <p:spPr>
          <a:xfrm>
            <a:off x="539496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g3afcfb39b93_0_512"/>
          <p:cNvSpPr/>
          <p:nvPr/>
        </p:nvSpPr>
        <p:spPr>
          <a:xfrm>
            <a:off x="548640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g3afcfb39b93_0_512"/>
          <p:cNvSpPr/>
          <p:nvPr/>
        </p:nvSpPr>
        <p:spPr>
          <a:xfrm>
            <a:off x="795528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g3afcfb39b93_0_512"/>
          <p:cNvSpPr/>
          <p:nvPr/>
        </p:nvSpPr>
        <p:spPr>
          <a:xfrm>
            <a:off x="804672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g3afcfb39b93_0_512"/>
          <p:cNvSpPr/>
          <p:nvPr/>
        </p:nvSpPr>
        <p:spPr>
          <a:xfrm>
            <a:off x="274320" y="342900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g3afcfb39b93_0_512"/>
          <p:cNvSpPr/>
          <p:nvPr/>
        </p:nvSpPr>
        <p:spPr>
          <a:xfrm>
            <a:off x="502920" y="342900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一番気になる課題を選んで深掘りしよう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g3afcfb39b93_0_512"/>
          <p:cNvSpPr/>
          <p:nvPr/>
        </p:nvSpPr>
        <p:spPr>
          <a:xfrm>
            <a:off x="274320" y="388620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選んだ課題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g3afcfb39b93_0_512"/>
          <p:cNvSpPr/>
          <p:nvPr/>
        </p:nvSpPr>
        <p:spPr>
          <a:xfrm>
            <a:off x="274320" y="4160520"/>
            <a:ext cx="4846200" cy="5487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g3afcfb39b93_0_512"/>
          <p:cNvSpPr/>
          <p:nvPr/>
        </p:nvSpPr>
        <p:spPr>
          <a:xfrm>
            <a:off x="274320" y="480060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誰が困っている？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g3afcfb39b93_0_512"/>
          <p:cNvSpPr/>
          <p:nvPr/>
        </p:nvSpPr>
        <p:spPr>
          <a:xfrm>
            <a:off x="274320" y="5074920"/>
            <a:ext cx="48462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g3afcfb39b93_0_512"/>
          <p:cNvSpPr/>
          <p:nvPr/>
        </p:nvSpPr>
        <p:spPr>
          <a:xfrm>
            <a:off x="274320" y="580644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なぜ困っている？（原因・背景）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g3afcfb39b93_0_512"/>
          <p:cNvSpPr/>
          <p:nvPr/>
        </p:nvSpPr>
        <p:spPr>
          <a:xfrm>
            <a:off x="274320" y="6080760"/>
            <a:ext cx="48462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g3afcfb39b93_0_512"/>
          <p:cNvSpPr/>
          <p:nvPr/>
        </p:nvSpPr>
        <p:spPr>
          <a:xfrm>
            <a:off x="274320" y="681228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なぜあなたはこの課題が気になる？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g3afcfb39b93_0_512"/>
          <p:cNvSpPr/>
          <p:nvPr/>
        </p:nvSpPr>
        <p:spPr>
          <a:xfrm>
            <a:off x="274320" y="7086600"/>
            <a:ext cx="4846200" cy="36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g3afcfb39b93_0_512"/>
          <p:cNvSpPr/>
          <p:nvPr/>
        </p:nvSpPr>
        <p:spPr>
          <a:xfrm>
            <a:off x="5303520" y="3886200"/>
            <a:ext cx="502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課題のイメージ・メモ（自由に）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g3afcfb39b93_0_512"/>
          <p:cNvSpPr/>
          <p:nvPr/>
        </p:nvSpPr>
        <p:spPr>
          <a:xfrm>
            <a:off x="5303520" y="4160520"/>
            <a:ext cx="5029200" cy="3291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3afcfb39b93_0_546"/>
          <p:cNvSpPr/>
          <p:nvPr/>
        </p:nvSpPr>
        <p:spPr>
          <a:xfrm>
            <a:off x="0" y="0"/>
            <a:ext cx="10689300" cy="731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g3afcfb39b93_0_546"/>
          <p:cNvSpPr/>
          <p:nvPr/>
        </p:nvSpPr>
        <p:spPr>
          <a:xfrm>
            <a:off x="274320" y="1371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課題発見シート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g3afcfb39b93_0_546"/>
          <p:cNvSpPr/>
          <p:nvPr/>
        </p:nvSpPr>
        <p:spPr>
          <a:xfrm>
            <a:off x="7772400" y="22860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4B942"/>
                </a:solidFill>
                <a:latin typeface="Arial"/>
                <a:ea typeface="Arial"/>
                <a:cs typeface="Arial"/>
                <a:sym typeface="Arial"/>
              </a:rPr>
              <a:t>KYOTO PLATEAU HACK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g3afcfb39b93_0_546"/>
          <p:cNvSpPr/>
          <p:nvPr/>
        </p:nvSpPr>
        <p:spPr>
          <a:xfrm>
            <a:off x="274326" y="868675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チーム名：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g3afcfb39b93_0_546"/>
          <p:cNvSpPr/>
          <p:nvPr/>
        </p:nvSpPr>
        <p:spPr>
          <a:xfrm>
            <a:off x="124551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g3afcfb39b93_0_546"/>
          <p:cNvSpPr/>
          <p:nvPr/>
        </p:nvSpPr>
        <p:spPr>
          <a:xfrm>
            <a:off x="3573076" y="868675"/>
            <a:ext cx="690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名前：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g3afcfb39b93_0_546"/>
          <p:cNvSpPr/>
          <p:nvPr/>
        </p:nvSpPr>
        <p:spPr>
          <a:xfrm>
            <a:off x="426303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g3afcfb39b93_0_546"/>
          <p:cNvSpPr/>
          <p:nvPr/>
        </p:nvSpPr>
        <p:spPr>
          <a:xfrm>
            <a:off x="274320" y="132588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g3afcfb39b93_0_546"/>
          <p:cNvSpPr/>
          <p:nvPr/>
        </p:nvSpPr>
        <p:spPr>
          <a:xfrm>
            <a:off x="502920" y="132588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京都で気になる課題を書き出そう（3つ以上）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g3afcfb39b93_0_546"/>
          <p:cNvSpPr/>
          <p:nvPr/>
        </p:nvSpPr>
        <p:spPr>
          <a:xfrm>
            <a:off x="502920" y="164592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テーマ：①京都駅前 ②京都のまちの物理的特徴 ③PLATEAU×オープンデータ（それ以外もOK）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g3afcfb39b93_0_546"/>
          <p:cNvSpPr/>
          <p:nvPr/>
        </p:nvSpPr>
        <p:spPr>
          <a:xfrm>
            <a:off x="27432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g3afcfb39b93_0_546"/>
          <p:cNvSpPr/>
          <p:nvPr/>
        </p:nvSpPr>
        <p:spPr>
          <a:xfrm>
            <a:off x="36576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g3afcfb39b93_0_546"/>
          <p:cNvSpPr/>
          <p:nvPr/>
        </p:nvSpPr>
        <p:spPr>
          <a:xfrm>
            <a:off x="283464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g3afcfb39b93_0_546"/>
          <p:cNvSpPr/>
          <p:nvPr/>
        </p:nvSpPr>
        <p:spPr>
          <a:xfrm>
            <a:off x="292608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g3afcfb39b93_0_546"/>
          <p:cNvSpPr/>
          <p:nvPr/>
        </p:nvSpPr>
        <p:spPr>
          <a:xfrm>
            <a:off x="539496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g3afcfb39b93_0_546"/>
          <p:cNvSpPr/>
          <p:nvPr/>
        </p:nvSpPr>
        <p:spPr>
          <a:xfrm>
            <a:off x="548640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g3afcfb39b93_0_546"/>
          <p:cNvSpPr/>
          <p:nvPr/>
        </p:nvSpPr>
        <p:spPr>
          <a:xfrm>
            <a:off x="795528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g3afcfb39b93_0_546"/>
          <p:cNvSpPr/>
          <p:nvPr/>
        </p:nvSpPr>
        <p:spPr>
          <a:xfrm>
            <a:off x="804672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g3afcfb39b93_0_546"/>
          <p:cNvSpPr/>
          <p:nvPr/>
        </p:nvSpPr>
        <p:spPr>
          <a:xfrm>
            <a:off x="274320" y="342900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g3afcfb39b93_0_546"/>
          <p:cNvSpPr/>
          <p:nvPr/>
        </p:nvSpPr>
        <p:spPr>
          <a:xfrm>
            <a:off x="502920" y="342900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一番気になる課題を選んで深掘りしよう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g3afcfb39b93_0_546"/>
          <p:cNvSpPr/>
          <p:nvPr/>
        </p:nvSpPr>
        <p:spPr>
          <a:xfrm>
            <a:off x="274320" y="388620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選んだ課題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g3afcfb39b93_0_546"/>
          <p:cNvSpPr/>
          <p:nvPr/>
        </p:nvSpPr>
        <p:spPr>
          <a:xfrm>
            <a:off x="274320" y="4160520"/>
            <a:ext cx="4846200" cy="5487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g3afcfb39b93_0_546"/>
          <p:cNvSpPr/>
          <p:nvPr/>
        </p:nvSpPr>
        <p:spPr>
          <a:xfrm>
            <a:off x="274320" y="480060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誰が困っている？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g3afcfb39b93_0_546"/>
          <p:cNvSpPr/>
          <p:nvPr/>
        </p:nvSpPr>
        <p:spPr>
          <a:xfrm>
            <a:off x="274320" y="5074920"/>
            <a:ext cx="48462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g3afcfb39b93_0_546"/>
          <p:cNvSpPr/>
          <p:nvPr/>
        </p:nvSpPr>
        <p:spPr>
          <a:xfrm>
            <a:off x="274320" y="580644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なぜ困っている？（原因・背景）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g3afcfb39b93_0_546"/>
          <p:cNvSpPr/>
          <p:nvPr/>
        </p:nvSpPr>
        <p:spPr>
          <a:xfrm>
            <a:off x="274320" y="6080760"/>
            <a:ext cx="48462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g3afcfb39b93_0_546"/>
          <p:cNvSpPr/>
          <p:nvPr/>
        </p:nvSpPr>
        <p:spPr>
          <a:xfrm>
            <a:off x="274320" y="681228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なぜあなたはこの課題が気になる？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g3afcfb39b93_0_546"/>
          <p:cNvSpPr/>
          <p:nvPr/>
        </p:nvSpPr>
        <p:spPr>
          <a:xfrm>
            <a:off x="274320" y="7086600"/>
            <a:ext cx="4846200" cy="36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g3afcfb39b93_0_546"/>
          <p:cNvSpPr/>
          <p:nvPr/>
        </p:nvSpPr>
        <p:spPr>
          <a:xfrm>
            <a:off x="5303520" y="3886200"/>
            <a:ext cx="502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課題のイメージ・メモ（自由に）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g3afcfb39b93_0_546"/>
          <p:cNvSpPr/>
          <p:nvPr/>
        </p:nvSpPr>
        <p:spPr>
          <a:xfrm>
            <a:off x="5303520" y="4160520"/>
            <a:ext cx="5029200" cy="3291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3afcfb39b93_0_580"/>
          <p:cNvSpPr/>
          <p:nvPr/>
        </p:nvSpPr>
        <p:spPr>
          <a:xfrm>
            <a:off x="0" y="0"/>
            <a:ext cx="10689300" cy="731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g3afcfb39b93_0_580"/>
          <p:cNvSpPr/>
          <p:nvPr/>
        </p:nvSpPr>
        <p:spPr>
          <a:xfrm>
            <a:off x="274320" y="1371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課題発見シート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g3afcfb39b93_0_580"/>
          <p:cNvSpPr/>
          <p:nvPr/>
        </p:nvSpPr>
        <p:spPr>
          <a:xfrm>
            <a:off x="7772400" y="22860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4B942"/>
                </a:solidFill>
                <a:latin typeface="Arial"/>
                <a:ea typeface="Arial"/>
                <a:cs typeface="Arial"/>
                <a:sym typeface="Arial"/>
              </a:rPr>
              <a:t>KYOTO PLATEAU HACK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g3afcfb39b93_0_580"/>
          <p:cNvSpPr/>
          <p:nvPr/>
        </p:nvSpPr>
        <p:spPr>
          <a:xfrm>
            <a:off x="274326" y="868675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チーム名：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g3afcfb39b93_0_580"/>
          <p:cNvSpPr/>
          <p:nvPr/>
        </p:nvSpPr>
        <p:spPr>
          <a:xfrm>
            <a:off x="124551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g3afcfb39b93_0_580"/>
          <p:cNvSpPr/>
          <p:nvPr/>
        </p:nvSpPr>
        <p:spPr>
          <a:xfrm>
            <a:off x="3573076" y="868675"/>
            <a:ext cx="690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名前：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g3afcfb39b93_0_580"/>
          <p:cNvSpPr/>
          <p:nvPr/>
        </p:nvSpPr>
        <p:spPr>
          <a:xfrm>
            <a:off x="426303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g3afcfb39b93_0_580"/>
          <p:cNvSpPr/>
          <p:nvPr/>
        </p:nvSpPr>
        <p:spPr>
          <a:xfrm>
            <a:off x="274320" y="132588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g3afcfb39b93_0_580"/>
          <p:cNvSpPr/>
          <p:nvPr/>
        </p:nvSpPr>
        <p:spPr>
          <a:xfrm>
            <a:off x="502920" y="132588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京都で気になる課題を書き出そう（3つ以上）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g3afcfb39b93_0_580"/>
          <p:cNvSpPr/>
          <p:nvPr/>
        </p:nvSpPr>
        <p:spPr>
          <a:xfrm>
            <a:off x="502920" y="164592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テーマ：①京都駅前 ②京都のまちの物理的特徴 ③PLATEAU×オープンデータ（それ以外もOK）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g3afcfb39b93_0_580"/>
          <p:cNvSpPr/>
          <p:nvPr/>
        </p:nvSpPr>
        <p:spPr>
          <a:xfrm>
            <a:off x="27432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g3afcfb39b93_0_580"/>
          <p:cNvSpPr/>
          <p:nvPr/>
        </p:nvSpPr>
        <p:spPr>
          <a:xfrm>
            <a:off x="36576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g3afcfb39b93_0_580"/>
          <p:cNvSpPr/>
          <p:nvPr/>
        </p:nvSpPr>
        <p:spPr>
          <a:xfrm>
            <a:off x="283464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g3afcfb39b93_0_580"/>
          <p:cNvSpPr/>
          <p:nvPr/>
        </p:nvSpPr>
        <p:spPr>
          <a:xfrm>
            <a:off x="292608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g3afcfb39b93_0_580"/>
          <p:cNvSpPr/>
          <p:nvPr/>
        </p:nvSpPr>
        <p:spPr>
          <a:xfrm>
            <a:off x="539496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g3afcfb39b93_0_580"/>
          <p:cNvSpPr/>
          <p:nvPr/>
        </p:nvSpPr>
        <p:spPr>
          <a:xfrm>
            <a:off x="548640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g3afcfb39b93_0_580"/>
          <p:cNvSpPr/>
          <p:nvPr/>
        </p:nvSpPr>
        <p:spPr>
          <a:xfrm>
            <a:off x="795528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g3afcfb39b93_0_580"/>
          <p:cNvSpPr/>
          <p:nvPr/>
        </p:nvSpPr>
        <p:spPr>
          <a:xfrm>
            <a:off x="804672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g3afcfb39b93_0_580"/>
          <p:cNvSpPr/>
          <p:nvPr/>
        </p:nvSpPr>
        <p:spPr>
          <a:xfrm>
            <a:off x="274320" y="342900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g3afcfb39b93_0_580"/>
          <p:cNvSpPr/>
          <p:nvPr/>
        </p:nvSpPr>
        <p:spPr>
          <a:xfrm>
            <a:off x="502920" y="342900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一番気になる課題を選んで深掘りしよう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g3afcfb39b93_0_580"/>
          <p:cNvSpPr/>
          <p:nvPr/>
        </p:nvSpPr>
        <p:spPr>
          <a:xfrm>
            <a:off x="274320" y="388620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選んだ課題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g3afcfb39b93_0_580"/>
          <p:cNvSpPr/>
          <p:nvPr/>
        </p:nvSpPr>
        <p:spPr>
          <a:xfrm>
            <a:off x="274320" y="4160520"/>
            <a:ext cx="4846200" cy="5487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g3afcfb39b93_0_580"/>
          <p:cNvSpPr/>
          <p:nvPr/>
        </p:nvSpPr>
        <p:spPr>
          <a:xfrm>
            <a:off x="274320" y="480060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誰が困っている？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g3afcfb39b93_0_580"/>
          <p:cNvSpPr/>
          <p:nvPr/>
        </p:nvSpPr>
        <p:spPr>
          <a:xfrm>
            <a:off x="274320" y="5074920"/>
            <a:ext cx="48462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g3afcfb39b93_0_580"/>
          <p:cNvSpPr/>
          <p:nvPr/>
        </p:nvSpPr>
        <p:spPr>
          <a:xfrm>
            <a:off x="274320" y="580644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なぜ困っている？（原因・背景）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g3afcfb39b93_0_580"/>
          <p:cNvSpPr/>
          <p:nvPr/>
        </p:nvSpPr>
        <p:spPr>
          <a:xfrm>
            <a:off x="274320" y="6080760"/>
            <a:ext cx="48462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g3afcfb39b93_0_580"/>
          <p:cNvSpPr/>
          <p:nvPr/>
        </p:nvSpPr>
        <p:spPr>
          <a:xfrm>
            <a:off x="274320" y="681228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なぜあなたはこの課題が気になる？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g3afcfb39b93_0_580"/>
          <p:cNvSpPr/>
          <p:nvPr/>
        </p:nvSpPr>
        <p:spPr>
          <a:xfrm>
            <a:off x="274320" y="7086600"/>
            <a:ext cx="4846200" cy="36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g3afcfb39b93_0_580"/>
          <p:cNvSpPr/>
          <p:nvPr/>
        </p:nvSpPr>
        <p:spPr>
          <a:xfrm>
            <a:off x="5303520" y="3886200"/>
            <a:ext cx="502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課題のイメージ・メモ（自由に）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g3afcfb39b93_0_580"/>
          <p:cNvSpPr/>
          <p:nvPr/>
        </p:nvSpPr>
        <p:spPr>
          <a:xfrm>
            <a:off x="5303520" y="4160520"/>
            <a:ext cx="5029200" cy="3291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3afcfb39b93_0_614"/>
          <p:cNvSpPr/>
          <p:nvPr/>
        </p:nvSpPr>
        <p:spPr>
          <a:xfrm>
            <a:off x="0" y="0"/>
            <a:ext cx="10689300" cy="731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g3afcfb39b93_0_614"/>
          <p:cNvSpPr/>
          <p:nvPr/>
        </p:nvSpPr>
        <p:spPr>
          <a:xfrm>
            <a:off x="274320" y="1371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課題発見シート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g3afcfb39b93_0_614"/>
          <p:cNvSpPr/>
          <p:nvPr/>
        </p:nvSpPr>
        <p:spPr>
          <a:xfrm>
            <a:off x="7772400" y="22860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4B942"/>
                </a:solidFill>
                <a:latin typeface="Arial"/>
                <a:ea typeface="Arial"/>
                <a:cs typeface="Arial"/>
                <a:sym typeface="Arial"/>
              </a:rPr>
              <a:t>KYOTO PLATEAU HACK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g3afcfb39b93_0_614"/>
          <p:cNvSpPr/>
          <p:nvPr/>
        </p:nvSpPr>
        <p:spPr>
          <a:xfrm>
            <a:off x="274326" y="868675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チーム名：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g3afcfb39b93_0_614"/>
          <p:cNvSpPr/>
          <p:nvPr/>
        </p:nvSpPr>
        <p:spPr>
          <a:xfrm>
            <a:off x="124551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g3afcfb39b93_0_614"/>
          <p:cNvSpPr/>
          <p:nvPr/>
        </p:nvSpPr>
        <p:spPr>
          <a:xfrm>
            <a:off x="3573076" y="868675"/>
            <a:ext cx="690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名前：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g3afcfb39b93_0_614"/>
          <p:cNvSpPr/>
          <p:nvPr/>
        </p:nvSpPr>
        <p:spPr>
          <a:xfrm>
            <a:off x="426303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g3afcfb39b93_0_614"/>
          <p:cNvSpPr/>
          <p:nvPr/>
        </p:nvSpPr>
        <p:spPr>
          <a:xfrm>
            <a:off x="274320" y="132588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g3afcfb39b93_0_614"/>
          <p:cNvSpPr/>
          <p:nvPr/>
        </p:nvSpPr>
        <p:spPr>
          <a:xfrm>
            <a:off x="502920" y="132588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京都で気になる課題を書き出そう（3つ以上）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g3afcfb39b93_0_614"/>
          <p:cNvSpPr/>
          <p:nvPr/>
        </p:nvSpPr>
        <p:spPr>
          <a:xfrm>
            <a:off x="502920" y="164592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テーマ：①京都駅前 ②京都のまちの物理的特徴 ③PLATEAU×オープンデータ（それ以外もOK）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g3afcfb39b93_0_614"/>
          <p:cNvSpPr/>
          <p:nvPr/>
        </p:nvSpPr>
        <p:spPr>
          <a:xfrm>
            <a:off x="27432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g3afcfb39b93_0_614"/>
          <p:cNvSpPr/>
          <p:nvPr/>
        </p:nvSpPr>
        <p:spPr>
          <a:xfrm>
            <a:off x="36576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g3afcfb39b93_0_614"/>
          <p:cNvSpPr/>
          <p:nvPr/>
        </p:nvSpPr>
        <p:spPr>
          <a:xfrm>
            <a:off x="283464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g3afcfb39b93_0_614"/>
          <p:cNvSpPr/>
          <p:nvPr/>
        </p:nvSpPr>
        <p:spPr>
          <a:xfrm>
            <a:off x="292608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g3afcfb39b93_0_614"/>
          <p:cNvSpPr/>
          <p:nvPr/>
        </p:nvSpPr>
        <p:spPr>
          <a:xfrm>
            <a:off x="539496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g3afcfb39b93_0_614"/>
          <p:cNvSpPr/>
          <p:nvPr/>
        </p:nvSpPr>
        <p:spPr>
          <a:xfrm>
            <a:off x="548640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g3afcfb39b93_0_614"/>
          <p:cNvSpPr/>
          <p:nvPr/>
        </p:nvSpPr>
        <p:spPr>
          <a:xfrm>
            <a:off x="795528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g3afcfb39b93_0_614"/>
          <p:cNvSpPr/>
          <p:nvPr/>
        </p:nvSpPr>
        <p:spPr>
          <a:xfrm>
            <a:off x="804672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g3afcfb39b93_0_614"/>
          <p:cNvSpPr/>
          <p:nvPr/>
        </p:nvSpPr>
        <p:spPr>
          <a:xfrm>
            <a:off x="274320" y="342900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g3afcfb39b93_0_614"/>
          <p:cNvSpPr/>
          <p:nvPr/>
        </p:nvSpPr>
        <p:spPr>
          <a:xfrm>
            <a:off x="502920" y="342900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一番気になる課題を選んで深掘りしよう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g3afcfb39b93_0_614"/>
          <p:cNvSpPr/>
          <p:nvPr/>
        </p:nvSpPr>
        <p:spPr>
          <a:xfrm>
            <a:off x="274320" y="388620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選んだ課題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g3afcfb39b93_0_614"/>
          <p:cNvSpPr/>
          <p:nvPr/>
        </p:nvSpPr>
        <p:spPr>
          <a:xfrm>
            <a:off x="274320" y="4160520"/>
            <a:ext cx="4846200" cy="5487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g3afcfb39b93_0_614"/>
          <p:cNvSpPr/>
          <p:nvPr/>
        </p:nvSpPr>
        <p:spPr>
          <a:xfrm>
            <a:off x="274320" y="480060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誰が困っている？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g3afcfb39b93_0_614"/>
          <p:cNvSpPr/>
          <p:nvPr/>
        </p:nvSpPr>
        <p:spPr>
          <a:xfrm>
            <a:off x="274320" y="5074920"/>
            <a:ext cx="48462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g3afcfb39b93_0_614"/>
          <p:cNvSpPr/>
          <p:nvPr/>
        </p:nvSpPr>
        <p:spPr>
          <a:xfrm>
            <a:off x="274320" y="580644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なぜ困っている？（原因・背景）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g3afcfb39b93_0_614"/>
          <p:cNvSpPr/>
          <p:nvPr/>
        </p:nvSpPr>
        <p:spPr>
          <a:xfrm>
            <a:off x="274320" y="6080760"/>
            <a:ext cx="48462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g3afcfb39b93_0_614"/>
          <p:cNvSpPr/>
          <p:nvPr/>
        </p:nvSpPr>
        <p:spPr>
          <a:xfrm>
            <a:off x="274320" y="681228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なぜあなたはこの課題が気になる？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g3afcfb39b93_0_614"/>
          <p:cNvSpPr/>
          <p:nvPr/>
        </p:nvSpPr>
        <p:spPr>
          <a:xfrm>
            <a:off x="274320" y="7086600"/>
            <a:ext cx="4846200" cy="36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g3afcfb39b93_0_614"/>
          <p:cNvSpPr/>
          <p:nvPr/>
        </p:nvSpPr>
        <p:spPr>
          <a:xfrm>
            <a:off x="5303520" y="3886200"/>
            <a:ext cx="502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課題のイメージ・メモ（自由に）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g3afcfb39b93_0_614"/>
          <p:cNvSpPr/>
          <p:nvPr/>
        </p:nvSpPr>
        <p:spPr>
          <a:xfrm>
            <a:off x="5303520" y="4160520"/>
            <a:ext cx="5029200" cy="3291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g3afcfb39b93_0_648"/>
          <p:cNvSpPr/>
          <p:nvPr/>
        </p:nvSpPr>
        <p:spPr>
          <a:xfrm>
            <a:off x="0" y="0"/>
            <a:ext cx="10689300" cy="731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g3afcfb39b93_0_648"/>
          <p:cNvSpPr/>
          <p:nvPr/>
        </p:nvSpPr>
        <p:spPr>
          <a:xfrm>
            <a:off x="274320" y="1371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課題発見シート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g3afcfb39b93_0_648"/>
          <p:cNvSpPr/>
          <p:nvPr/>
        </p:nvSpPr>
        <p:spPr>
          <a:xfrm>
            <a:off x="7772400" y="22860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4B942"/>
                </a:solidFill>
                <a:latin typeface="Arial"/>
                <a:ea typeface="Arial"/>
                <a:cs typeface="Arial"/>
                <a:sym typeface="Arial"/>
              </a:rPr>
              <a:t>KYOTO PLATEAU HACK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g3afcfb39b93_0_648"/>
          <p:cNvSpPr/>
          <p:nvPr/>
        </p:nvSpPr>
        <p:spPr>
          <a:xfrm>
            <a:off x="274326" y="868675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チーム名：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g3afcfb39b93_0_648"/>
          <p:cNvSpPr/>
          <p:nvPr/>
        </p:nvSpPr>
        <p:spPr>
          <a:xfrm>
            <a:off x="124551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g3afcfb39b93_0_648"/>
          <p:cNvSpPr/>
          <p:nvPr/>
        </p:nvSpPr>
        <p:spPr>
          <a:xfrm>
            <a:off x="3573076" y="868675"/>
            <a:ext cx="690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名前：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g3afcfb39b93_0_648"/>
          <p:cNvSpPr/>
          <p:nvPr/>
        </p:nvSpPr>
        <p:spPr>
          <a:xfrm>
            <a:off x="426303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g3afcfb39b93_0_648"/>
          <p:cNvSpPr/>
          <p:nvPr/>
        </p:nvSpPr>
        <p:spPr>
          <a:xfrm>
            <a:off x="274320" y="132588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g3afcfb39b93_0_648"/>
          <p:cNvSpPr/>
          <p:nvPr/>
        </p:nvSpPr>
        <p:spPr>
          <a:xfrm>
            <a:off x="502920" y="132588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京都で気になる課題を書き出そう（3つ以上）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g3afcfb39b93_0_648"/>
          <p:cNvSpPr/>
          <p:nvPr/>
        </p:nvSpPr>
        <p:spPr>
          <a:xfrm>
            <a:off x="502920" y="164592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テーマ：①京都駅前 ②京都のまちの物理的特徴 ③PLATEAU×オープンデータ（それ以外もOK）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g3afcfb39b93_0_648"/>
          <p:cNvSpPr/>
          <p:nvPr/>
        </p:nvSpPr>
        <p:spPr>
          <a:xfrm>
            <a:off x="27432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g3afcfb39b93_0_648"/>
          <p:cNvSpPr/>
          <p:nvPr/>
        </p:nvSpPr>
        <p:spPr>
          <a:xfrm>
            <a:off x="36576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g3afcfb39b93_0_648"/>
          <p:cNvSpPr/>
          <p:nvPr/>
        </p:nvSpPr>
        <p:spPr>
          <a:xfrm>
            <a:off x="283464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g3afcfb39b93_0_648"/>
          <p:cNvSpPr/>
          <p:nvPr/>
        </p:nvSpPr>
        <p:spPr>
          <a:xfrm>
            <a:off x="292608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g3afcfb39b93_0_648"/>
          <p:cNvSpPr/>
          <p:nvPr/>
        </p:nvSpPr>
        <p:spPr>
          <a:xfrm>
            <a:off x="539496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g3afcfb39b93_0_648"/>
          <p:cNvSpPr/>
          <p:nvPr/>
        </p:nvSpPr>
        <p:spPr>
          <a:xfrm>
            <a:off x="548640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g3afcfb39b93_0_648"/>
          <p:cNvSpPr/>
          <p:nvPr/>
        </p:nvSpPr>
        <p:spPr>
          <a:xfrm>
            <a:off x="795528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g3afcfb39b93_0_648"/>
          <p:cNvSpPr/>
          <p:nvPr/>
        </p:nvSpPr>
        <p:spPr>
          <a:xfrm>
            <a:off x="804672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g3afcfb39b93_0_648"/>
          <p:cNvSpPr/>
          <p:nvPr/>
        </p:nvSpPr>
        <p:spPr>
          <a:xfrm>
            <a:off x="274320" y="342900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g3afcfb39b93_0_648"/>
          <p:cNvSpPr/>
          <p:nvPr/>
        </p:nvSpPr>
        <p:spPr>
          <a:xfrm>
            <a:off x="502920" y="342900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一番気になる課題を選んで深掘りしよう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g3afcfb39b93_0_648"/>
          <p:cNvSpPr/>
          <p:nvPr/>
        </p:nvSpPr>
        <p:spPr>
          <a:xfrm>
            <a:off x="274320" y="388620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選んだ課題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g3afcfb39b93_0_648"/>
          <p:cNvSpPr/>
          <p:nvPr/>
        </p:nvSpPr>
        <p:spPr>
          <a:xfrm>
            <a:off x="274320" y="4160520"/>
            <a:ext cx="4846200" cy="5487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g3afcfb39b93_0_648"/>
          <p:cNvSpPr/>
          <p:nvPr/>
        </p:nvSpPr>
        <p:spPr>
          <a:xfrm>
            <a:off x="274320" y="480060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誰が困っている？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g3afcfb39b93_0_648"/>
          <p:cNvSpPr/>
          <p:nvPr/>
        </p:nvSpPr>
        <p:spPr>
          <a:xfrm>
            <a:off x="274320" y="5074920"/>
            <a:ext cx="48462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g3afcfb39b93_0_648"/>
          <p:cNvSpPr/>
          <p:nvPr/>
        </p:nvSpPr>
        <p:spPr>
          <a:xfrm>
            <a:off x="274320" y="580644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なぜ困っている？（原因・背景）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g3afcfb39b93_0_648"/>
          <p:cNvSpPr/>
          <p:nvPr/>
        </p:nvSpPr>
        <p:spPr>
          <a:xfrm>
            <a:off x="274320" y="6080760"/>
            <a:ext cx="48462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g3afcfb39b93_0_648"/>
          <p:cNvSpPr/>
          <p:nvPr/>
        </p:nvSpPr>
        <p:spPr>
          <a:xfrm>
            <a:off x="274320" y="681228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なぜあなたはこの課題が気になる？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g3afcfb39b93_0_648"/>
          <p:cNvSpPr/>
          <p:nvPr/>
        </p:nvSpPr>
        <p:spPr>
          <a:xfrm>
            <a:off x="274320" y="7086600"/>
            <a:ext cx="4846200" cy="36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g3afcfb39b93_0_648"/>
          <p:cNvSpPr/>
          <p:nvPr/>
        </p:nvSpPr>
        <p:spPr>
          <a:xfrm>
            <a:off x="5303520" y="3886200"/>
            <a:ext cx="502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課題のイメージ・メモ（自由に）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g3afcfb39b93_0_648"/>
          <p:cNvSpPr/>
          <p:nvPr/>
        </p:nvSpPr>
        <p:spPr>
          <a:xfrm>
            <a:off x="5303520" y="4160520"/>
            <a:ext cx="5029200" cy="3291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3afcfb39b93_0_682"/>
          <p:cNvSpPr/>
          <p:nvPr/>
        </p:nvSpPr>
        <p:spPr>
          <a:xfrm>
            <a:off x="0" y="0"/>
            <a:ext cx="10689300" cy="731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g3afcfb39b93_0_682"/>
          <p:cNvSpPr/>
          <p:nvPr/>
        </p:nvSpPr>
        <p:spPr>
          <a:xfrm>
            <a:off x="274320" y="1371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課題発見シート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g3afcfb39b93_0_682"/>
          <p:cNvSpPr/>
          <p:nvPr/>
        </p:nvSpPr>
        <p:spPr>
          <a:xfrm>
            <a:off x="7772400" y="22860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4B942"/>
                </a:solidFill>
                <a:latin typeface="Arial"/>
                <a:ea typeface="Arial"/>
                <a:cs typeface="Arial"/>
                <a:sym typeface="Arial"/>
              </a:rPr>
              <a:t>KYOTO PLATEAU HACK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g3afcfb39b93_0_682"/>
          <p:cNvSpPr/>
          <p:nvPr/>
        </p:nvSpPr>
        <p:spPr>
          <a:xfrm>
            <a:off x="274326" y="868675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チーム名：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g3afcfb39b93_0_682"/>
          <p:cNvSpPr/>
          <p:nvPr/>
        </p:nvSpPr>
        <p:spPr>
          <a:xfrm>
            <a:off x="124551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g3afcfb39b93_0_682"/>
          <p:cNvSpPr/>
          <p:nvPr/>
        </p:nvSpPr>
        <p:spPr>
          <a:xfrm>
            <a:off x="3573076" y="868675"/>
            <a:ext cx="690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名前：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g3afcfb39b93_0_682"/>
          <p:cNvSpPr/>
          <p:nvPr/>
        </p:nvSpPr>
        <p:spPr>
          <a:xfrm>
            <a:off x="426303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g3afcfb39b93_0_682"/>
          <p:cNvSpPr/>
          <p:nvPr/>
        </p:nvSpPr>
        <p:spPr>
          <a:xfrm>
            <a:off x="274320" y="132588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g3afcfb39b93_0_682"/>
          <p:cNvSpPr/>
          <p:nvPr/>
        </p:nvSpPr>
        <p:spPr>
          <a:xfrm>
            <a:off x="502920" y="132588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京都で気になる課題を書き出そう（3つ以上）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g3afcfb39b93_0_682"/>
          <p:cNvSpPr/>
          <p:nvPr/>
        </p:nvSpPr>
        <p:spPr>
          <a:xfrm>
            <a:off x="502920" y="164592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テーマ：①京都駅前 ②京都のまちの物理的特徴 ③PLATEAU×オープンデータ（それ以外もOK）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g3afcfb39b93_0_682"/>
          <p:cNvSpPr/>
          <p:nvPr/>
        </p:nvSpPr>
        <p:spPr>
          <a:xfrm>
            <a:off x="27432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g3afcfb39b93_0_682"/>
          <p:cNvSpPr/>
          <p:nvPr/>
        </p:nvSpPr>
        <p:spPr>
          <a:xfrm>
            <a:off x="36576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g3afcfb39b93_0_682"/>
          <p:cNvSpPr/>
          <p:nvPr/>
        </p:nvSpPr>
        <p:spPr>
          <a:xfrm>
            <a:off x="283464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g3afcfb39b93_0_682"/>
          <p:cNvSpPr/>
          <p:nvPr/>
        </p:nvSpPr>
        <p:spPr>
          <a:xfrm>
            <a:off x="292608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g3afcfb39b93_0_682"/>
          <p:cNvSpPr/>
          <p:nvPr/>
        </p:nvSpPr>
        <p:spPr>
          <a:xfrm>
            <a:off x="539496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g3afcfb39b93_0_682"/>
          <p:cNvSpPr/>
          <p:nvPr/>
        </p:nvSpPr>
        <p:spPr>
          <a:xfrm>
            <a:off x="548640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g3afcfb39b93_0_682"/>
          <p:cNvSpPr/>
          <p:nvPr/>
        </p:nvSpPr>
        <p:spPr>
          <a:xfrm>
            <a:off x="795528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g3afcfb39b93_0_682"/>
          <p:cNvSpPr/>
          <p:nvPr/>
        </p:nvSpPr>
        <p:spPr>
          <a:xfrm>
            <a:off x="804672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g3afcfb39b93_0_682"/>
          <p:cNvSpPr/>
          <p:nvPr/>
        </p:nvSpPr>
        <p:spPr>
          <a:xfrm>
            <a:off x="274320" y="342900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g3afcfb39b93_0_682"/>
          <p:cNvSpPr/>
          <p:nvPr/>
        </p:nvSpPr>
        <p:spPr>
          <a:xfrm>
            <a:off x="502920" y="342900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一番気になる課題を選んで深掘りしよう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g3afcfb39b93_0_682"/>
          <p:cNvSpPr/>
          <p:nvPr/>
        </p:nvSpPr>
        <p:spPr>
          <a:xfrm>
            <a:off x="274320" y="388620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選んだ課題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g3afcfb39b93_0_682"/>
          <p:cNvSpPr/>
          <p:nvPr/>
        </p:nvSpPr>
        <p:spPr>
          <a:xfrm>
            <a:off x="274320" y="4160520"/>
            <a:ext cx="4846200" cy="5487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g3afcfb39b93_0_682"/>
          <p:cNvSpPr/>
          <p:nvPr/>
        </p:nvSpPr>
        <p:spPr>
          <a:xfrm>
            <a:off x="274320" y="480060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誰が困っている？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g3afcfb39b93_0_682"/>
          <p:cNvSpPr/>
          <p:nvPr/>
        </p:nvSpPr>
        <p:spPr>
          <a:xfrm>
            <a:off x="274320" y="5074920"/>
            <a:ext cx="48462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g3afcfb39b93_0_682"/>
          <p:cNvSpPr/>
          <p:nvPr/>
        </p:nvSpPr>
        <p:spPr>
          <a:xfrm>
            <a:off x="274320" y="580644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なぜ困っている？（原因・背景）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g3afcfb39b93_0_682"/>
          <p:cNvSpPr/>
          <p:nvPr/>
        </p:nvSpPr>
        <p:spPr>
          <a:xfrm>
            <a:off x="274320" y="6080760"/>
            <a:ext cx="48462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g3afcfb39b93_0_682"/>
          <p:cNvSpPr/>
          <p:nvPr/>
        </p:nvSpPr>
        <p:spPr>
          <a:xfrm>
            <a:off x="274320" y="681228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なぜあなたはこの課題が気になる？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g3afcfb39b93_0_682"/>
          <p:cNvSpPr/>
          <p:nvPr/>
        </p:nvSpPr>
        <p:spPr>
          <a:xfrm>
            <a:off x="274320" y="7086600"/>
            <a:ext cx="4846200" cy="36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g3afcfb39b93_0_682"/>
          <p:cNvSpPr/>
          <p:nvPr/>
        </p:nvSpPr>
        <p:spPr>
          <a:xfrm>
            <a:off x="5303520" y="3886200"/>
            <a:ext cx="502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課題のイメージ・メモ（自由に）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g3afcfb39b93_0_682"/>
          <p:cNvSpPr/>
          <p:nvPr/>
        </p:nvSpPr>
        <p:spPr>
          <a:xfrm>
            <a:off x="5303520" y="4160520"/>
            <a:ext cx="5029200" cy="3291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g3afcfb39b93_0_716"/>
          <p:cNvSpPr/>
          <p:nvPr/>
        </p:nvSpPr>
        <p:spPr>
          <a:xfrm>
            <a:off x="0" y="0"/>
            <a:ext cx="10689300" cy="731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g3afcfb39b93_0_716"/>
          <p:cNvSpPr/>
          <p:nvPr/>
        </p:nvSpPr>
        <p:spPr>
          <a:xfrm>
            <a:off x="274320" y="1371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課題発見シート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g3afcfb39b93_0_716"/>
          <p:cNvSpPr/>
          <p:nvPr/>
        </p:nvSpPr>
        <p:spPr>
          <a:xfrm>
            <a:off x="7772400" y="22860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4B942"/>
                </a:solidFill>
                <a:latin typeface="Arial"/>
                <a:ea typeface="Arial"/>
                <a:cs typeface="Arial"/>
                <a:sym typeface="Arial"/>
              </a:rPr>
              <a:t>KYOTO PLATEAU HACK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g3afcfb39b93_0_716"/>
          <p:cNvSpPr/>
          <p:nvPr/>
        </p:nvSpPr>
        <p:spPr>
          <a:xfrm>
            <a:off x="274326" y="868675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チーム名：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g3afcfb39b93_0_716"/>
          <p:cNvSpPr/>
          <p:nvPr/>
        </p:nvSpPr>
        <p:spPr>
          <a:xfrm>
            <a:off x="124551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1" name="Google Shape;791;g3afcfb39b93_0_716"/>
          <p:cNvSpPr/>
          <p:nvPr/>
        </p:nvSpPr>
        <p:spPr>
          <a:xfrm>
            <a:off x="3573076" y="868675"/>
            <a:ext cx="690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名前：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g3afcfb39b93_0_716"/>
          <p:cNvSpPr/>
          <p:nvPr/>
        </p:nvSpPr>
        <p:spPr>
          <a:xfrm>
            <a:off x="426303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g3afcfb39b93_0_716"/>
          <p:cNvSpPr/>
          <p:nvPr/>
        </p:nvSpPr>
        <p:spPr>
          <a:xfrm>
            <a:off x="274320" y="132588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g3afcfb39b93_0_716"/>
          <p:cNvSpPr/>
          <p:nvPr/>
        </p:nvSpPr>
        <p:spPr>
          <a:xfrm>
            <a:off x="502920" y="132588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京都で気になる課題を書き出そう（3つ以上）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g3afcfb39b93_0_716"/>
          <p:cNvSpPr/>
          <p:nvPr/>
        </p:nvSpPr>
        <p:spPr>
          <a:xfrm>
            <a:off x="502920" y="164592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テーマ：①京都駅前 ②京都のまちの物理的特徴 ③PLATEAU×オープンデータ（それ以外もOK）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g3afcfb39b93_0_716"/>
          <p:cNvSpPr/>
          <p:nvPr/>
        </p:nvSpPr>
        <p:spPr>
          <a:xfrm>
            <a:off x="27432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g3afcfb39b93_0_716"/>
          <p:cNvSpPr/>
          <p:nvPr/>
        </p:nvSpPr>
        <p:spPr>
          <a:xfrm>
            <a:off x="36576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g3afcfb39b93_0_716"/>
          <p:cNvSpPr/>
          <p:nvPr/>
        </p:nvSpPr>
        <p:spPr>
          <a:xfrm>
            <a:off x="283464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g3afcfb39b93_0_716"/>
          <p:cNvSpPr/>
          <p:nvPr/>
        </p:nvSpPr>
        <p:spPr>
          <a:xfrm>
            <a:off x="292608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g3afcfb39b93_0_716"/>
          <p:cNvSpPr/>
          <p:nvPr/>
        </p:nvSpPr>
        <p:spPr>
          <a:xfrm>
            <a:off x="539496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g3afcfb39b93_0_716"/>
          <p:cNvSpPr/>
          <p:nvPr/>
        </p:nvSpPr>
        <p:spPr>
          <a:xfrm>
            <a:off x="548640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g3afcfb39b93_0_716"/>
          <p:cNvSpPr/>
          <p:nvPr/>
        </p:nvSpPr>
        <p:spPr>
          <a:xfrm>
            <a:off x="795528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g3afcfb39b93_0_716"/>
          <p:cNvSpPr/>
          <p:nvPr/>
        </p:nvSpPr>
        <p:spPr>
          <a:xfrm>
            <a:off x="804672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g3afcfb39b93_0_716"/>
          <p:cNvSpPr/>
          <p:nvPr/>
        </p:nvSpPr>
        <p:spPr>
          <a:xfrm>
            <a:off x="274320" y="342900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g3afcfb39b93_0_716"/>
          <p:cNvSpPr/>
          <p:nvPr/>
        </p:nvSpPr>
        <p:spPr>
          <a:xfrm>
            <a:off x="502920" y="342900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一番気になる課題を選んで深掘りしよう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g3afcfb39b93_0_716"/>
          <p:cNvSpPr/>
          <p:nvPr/>
        </p:nvSpPr>
        <p:spPr>
          <a:xfrm>
            <a:off x="274320" y="388620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選んだ課題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g3afcfb39b93_0_716"/>
          <p:cNvSpPr/>
          <p:nvPr/>
        </p:nvSpPr>
        <p:spPr>
          <a:xfrm>
            <a:off x="274320" y="4160520"/>
            <a:ext cx="4846200" cy="5487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8" name="Google Shape;808;g3afcfb39b93_0_716"/>
          <p:cNvSpPr/>
          <p:nvPr/>
        </p:nvSpPr>
        <p:spPr>
          <a:xfrm>
            <a:off x="274320" y="480060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誰が困っている？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g3afcfb39b93_0_716"/>
          <p:cNvSpPr/>
          <p:nvPr/>
        </p:nvSpPr>
        <p:spPr>
          <a:xfrm>
            <a:off x="274320" y="5074920"/>
            <a:ext cx="48462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g3afcfb39b93_0_716"/>
          <p:cNvSpPr/>
          <p:nvPr/>
        </p:nvSpPr>
        <p:spPr>
          <a:xfrm>
            <a:off x="274320" y="580644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なぜ困っている？（原因・背景）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g3afcfb39b93_0_716"/>
          <p:cNvSpPr/>
          <p:nvPr/>
        </p:nvSpPr>
        <p:spPr>
          <a:xfrm>
            <a:off x="274320" y="6080760"/>
            <a:ext cx="48462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g3afcfb39b93_0_716"/>
          <p:cNvSpPr/>
          <p:nvPr/>
        </p:nvSpPr>
        <p:spPr>
          <a:xfrm>
            <a:off x="274320" y="681228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なぜあなたはこの課題が気になる？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g3afcfb39b93_0_716"/>
          <p:cNvSpPr/>
          <p:nvPr/>
        </p:nvSpPr>
        <p:spPr>
          <a:xfrm>
            <a:off x="274320" y="7086600"/>
            <a:ext cx="4846200" cy="36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g3afcfb39b93_0_716"/>
          <p:cNvSpPr/>
          <p:nvPr/>
        </p:nvSpPr>
        <p:spPr>
          <a:xfrm>
            <a:off x="5303520" y="3886200"/>
            <a:ext cx="502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課題のイメージ・メモ（自由に）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g3afcfb39b93_0_716"/>
          <p:cNvSpPr/>
          <p:nvPr/>
        </p:nvSpPr>
        <p:spPr>
          <a:xfrm>
            <a:off x="5303520" y="4160520"/>
            <a:ext cx="5029200" cy="3291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g3afcfb39b93_0_750"/>
          <p:cNvSpPr/>
          <p:nvPr/>
        </p:nvSpPr>
        <p:spPr>
          <a:xfrm>
            <a:off x="0" y="0"/>
            <a:ext cx="10689300" cy="731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g3afcfb39b93_0_750"/>
          <p:cNvSpPr/>
          <p:nvPr/>
        </p:nvSpPr>
        <p:spPr>
          <a:xfrm>
            <a:off x="274320" y="1371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課題発見シート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g3afcfb39b93_0_750"/>
          <p:cNvSpPr/>
          <p:nvPr/>
        </p:nvSpPr>
        <p:spPr>
          <a:xfrm>
            <a:off x="7772400" y="22860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4B942"/>
                </a:solidFill>
                <a:latin typeface="Arial"/>
                <a:ea typeface="Arial"/>
                <a:cs typeface="Arial"/>
                <a:sym typeface="Arial"/>
              </a:rPr>
              <a:t>KYOTO PLATEAU HACK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g3afcfb39b93_0_750"/>
          <p:cNvSpPr/>
          <p:nvPr/>
        </p:nvSpPr>
        <p:spPr>
          <a:xfrm>
            <a:off x="274326" y="868675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チーム名：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g3afcfb39b93_0_750"/>
          <p:cNvSpPr/>
          <p:nvPr/>
        </p:nvSpPr>
        <p:spPr>
          <a:xfrm>
            <a:off x="124551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g3afcfb39b93_0_750"/>
          <p:cNvSpPr/>
          <p:nvPr/>
        </p:nvSpPr>
        <p:spPr>
          <a:xfrm>
            <a:off x="3573076" y="868675"/>
            <a:ext cx="690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名前：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g3afcfb39b93_0_750"/>
          <p:cNvSpPr/>
          <p:nvPr/>
        </p:nvSpPr>
        <p:spPr>
          <a:xfrm>
            <a:off x="426303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g3afcfb39b93_0_750"/>
          <p:cNvSpPr/>
          <p:nvPr/>
        </p:nvSpPr>
        <p:spPr>
          <a:xfrm>
            <a:off x="274320" y="132588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g3afcfb39b93_0_750"/>
          <p:cNvSpPr/>
          <p:nvPr/>
        </p:nvSpPr>
        <p:spPr>
          <a:xfrm>
            <a:off x="502920" y="132588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京都で気になる課題を書き出そう（3つ以上）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g3afcfb39b93_0_750"/>
          <p:cNvSpPr/>
          <p:nvPr/>
        </p:nvSpPr>
        <p:spPr>
          <a:xfrm>
            <a:off x="502920" y="164592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テーマ：①京都駅前 ②京都のまちの物理的特徴 ③PLATEAU×オープンデータ（それ以外もOK）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g3afcfb39b93_0_750"/>
          <p:cNvSpPr/>
          <p:nvPr/>
        </p:nvSpPr>
        <p:spPr>
          <a:xfrm>
            <a:off x="27432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g3afcfb39b93_0_750"/>
          <p:cNvSpPr/>
          <p:nvPr/>
        </p:nvSpPr>
        <p:spPr>
          <a:xfrm>
            <a:off x="36576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g3afcfb39b93_0_750"/>
          <p:cNvSpPr/>
          <p:nvPr/>
        </p:nvSpPr>
        <p:spPr>
          <a:xfrm>
            <a:off x="283464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g3afcfb39b93_0_750"/>
          <p:cNvSpPr/>
          <p:nvPr/>
        </p:nvSpPr>
        <p:spPr>
          <a:xfrm>
            <a:off x="292608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g3afcfb39b93_0_750"/>
          <p:cNvSpPr/>
          <p:nvPr/>
        </p:nvSpPr>
        <p:spPr>
          <a:xfrm>
            <a:off x="539496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6" name="Google Shape;836;g3afcfb39b93_0_750"/>
          <p:cNvSpPr/>
          <p:nvPr/>
        </p:nvSpPr>
        <p:spPr>
          <a:xfrm>
            <a:off x="548640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g3afcfb39b93_0_750"/>
          <p:cNvSpPr/>
          <p:nvPr/>
        </p:nvSpPr>
        <p:spPr>
          <a:xfrm>
            <a:off x="795528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g3afcfb39b93_0_750"/>
          <p:cNvSpPr/>
          <p:nvPr/>
        </p:nvSpPr>
        <p:spPr>
          <a:xfrm>
            <a:off x="804672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g3afcfb39b93_0_750"/>
          <p:cNvSpPr/>
          <p:nvPr/>
        </p:nvSpPr>
        <p:spPr>
          <a:xfrm>
            <a:off x="274320" y="342900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0" name="Google Shape;840;g3afcfb39b93_0_750"/>
          <p:cNvSpPr/>
          <p:nvPr/>
        </p:nvSpPr>
        <p:spPr>
          <a:xfrm>
            <a:off x="502920" y="342900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一番気になる課題を選んで深掘りしよう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g3afcfb39b93_0_750"/>
          <p:cNvSpPr/>
          <p:nvPr/>
        </p:nvSpPr>
        <p:spPr>
          <a:xfrm>
            <a:off x="274320" y="388620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選んだ課題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g3afcfb39b93_0_750"/>
          <p:cNvSpPr/>
          <p:nvPr/>
        </p:nvSpPr>
        <p:spPr>
          <a:xfrm>
            <a:off x="274320" y="4160520"/>
            <a:ext cx="4846200" cy="5487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g3afcfb39b93_0_750"/>
          <p:cNvSpPr/>
          <p:nvPr/>
        </p:nvSpPr>
        <p:spPr>
          <a:xfrm>
            <a:off x="274320" y="480060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誰が困っている？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g3afcfb39b93_0_750"/>
          <p:cNvSpPr/>
          <p:nvPr/>
        </p:nvSpPr>
        <p:spPr>
          <a:xfrm>
            <a:off x="274320" y="5074920"/>
            <a:ext cx="48462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5" name="Google Shape;845;g3afcfb39b93_0_750"/>
          <p:cNvSpPr/>
          <p:nvPr/>
        </p:nvSpPr>
        <p:spPr>
          <a:xfrm>
            <a:off x="274320" y="580644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なぜ困っている？（原因・背景）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g3afcfb39b93_0_750"/>
          <p:cNvSpPr/>
          <p:nvPr/>
        </p:nvSpPr>
        <p:spPr>
          <a:xfrm>
            <a:off x="274320" y="6080760"/>
            <a:ext cx="48462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7" name="Google Shape;847;g3afcfb39b93_0_750"/>
          <p:cNvSpPr/>
          <p:nvPr/>
        </p:nvSpPr>
        <p:spPr>
          <a:xfrm>
            <a:off x="274320" y="681228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なぜあなたはこの課題が気になる？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g3afcfb39b93_0_750"/>
          <p:cNvSpPr/>
          <p:nvPr/>
        </p:nvSpPr>
        <p:spPr>
          <a:xfrm>
            <a:off x="274320" y="7086600"/>
            <a:ext cx="4846200" cy="36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9" name="Google Shape;849;g3afcfb39b93_0_750"/>
          <p:cNvSpPr/>
          <p:nvPr/>
        </p:nvSpPr>
        <p:spPr>
          <a:xfrm>
            <a:off x="5303520" y="3886200"/>
            <a:ext cx="502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課題のイメージ・メモ（自由に）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g3afcfb39b93_0_750"/>
          <p:cNvSpPr/>
          <p:nvPr/>
        </p:nvSpPr>
        <p:spPr>
          <a:xfrm>
            <a:off x="5303520" y="4160520"/>
            <a:ext cx="5029200" cy="3291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3afcfb39b93_0_784"/>
          <p:cNvSpPr/>
          <p:nvPr/>
        </p:nvSpPr>
        <p:spPr>
          <a:xfrm>
            <a:off x="0" y="0"/>
            <a:ext cx="10689300" cy="731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g3afcfb39b93_0_784"/>
          <p:cNvSpPr/>
          <p:nvPr/>
        </p:nvSpPr>
        <p:spPr>
          <a:xfrm>
            <a:off x="274320" y="1371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課題発見シート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g3afcfb39b93_0_784"/>
          <p:cNvSpPr/>
          <p:nvPr/>
        </p:nvSpPr>
        <p:spPr>
          <a:xfrm>
            <a:off x="7772400" y="22860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4B942"/>
                </a:solidFill>
                <a:latin typeface="Arial"/>
                <a:ea typeface="Arial"/>
                <a:cs typeface="Arial"/>
                <a:sym typeface="Arial"/>
              </a:rPr>
              <a:t>KYOTO PLATEAU HACK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g3afcfb39b93_0_784"/>
          <p:cNvSpPr/>
          <p:nvPr/>
        </p:nvSpPr>
        <p:spPr>
          <a:xfrm>
            <a:off x="274326" y="868675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チーム名：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g3afcfb39b93_0_784"/>
          <p:cNvSpPr/>
          <p:nvPr/>
        </p:nvSpPr>
        <p:spPr>
          <a:xfrm>
            <a:off x="124551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g3afcfb39b93_0_784"/>
          <p:cNvSpPr/>
          <p:nvPr/>
        </p:nvSpPr>
        <p:spPr>
          <a:xfrm>
            <a:off x="3573076" y="868675"/>
            <a:ext cx="690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名前：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g3afcfb39b93_0_784"/>
          <p:cNvSpPr/>
          <p:nvPr/>
        </p:nvSpPr>
        <p:spPr>
          <a:xfrm>
            <a:off x="426303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3" name="Google Shape;863;g3afcfb39b93_0_784"/>
          <p:cNvSpPr/>
          <p:nvPr/>
        </p:nvSpPr>
        <p:spPr>
          <a:xfrm>
            <a:off x="274320" y="132588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g3afcfb39b93_0_784"/>
          <p:cNvSpPr/>
          <p:nvPr/>
        </p:nvSpPr>
        <p:spPr>
          <a:xfrm>
            <a:off x="502920" y="132588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京都で気になる課題を書き出そう（3つ以上）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g3afcfb39b93_0_784"/>
          <p:cNvSpPr/>
          <p:nvPr/>
        </p:nvSpPr>
        <p:spPr>
          <a:xfrm>
            <a:off x="502920" y="164592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テーマ：①京都駅前 ②京都のまちの物理的特徴 ③PLATEAU×オープンデータ（それ以外もOK）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g3afcfb39b93_0_784"/>
          <p:cNvSpPr/>
          <p:nvPr/>
        </p:nvSpPr>
        <p:spPr>
          <a:xfrm>
            <a:off x="27432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7" name="Google Shape;867;g3afcfb39b93_0_784"/>
          <p:cNvSpPr/>
          <p:nvPr/>
        </p:nvSpPr>
        <p:spPr>
          <a:xfrm>
            <a:off x="36576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g3afcfb39b93_0_784"/>
          <p:cNvSpPr/>
          <p:nvPr/>
        </p:nvSpPr>
        <p:spPr>
          <a:xfrm>
            <a:off x="283464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g3afcfb39b93_0_784"/>
          <p:cNvSpPr/>
          <p:nvPr/>
        </p:nvSpPr>
        <p:spPr>
          <a:xfrm>
            <a:off x="292608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g3afcfb39b93_0_784"/>
          <p:cNvSpPr/>
          <p:nvPr/>
        </p:nvSpPr>
        <p:spPr>
          <a:xfrm>
            <a:off x="539496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1" name="Google Shape;871;g3afcfb39b93_0_784"/>
          <p:cNvSpPr/>
          <p:nvPr/>
        </p:nvSpPr>
        <p:spPr>
          <a:xfrm>
            <a:off x="548640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g3afcfb39b93_0_784"/>
          <p:cNvSpPr/>
          <p:nvPr/>
        </p:nvSpPr>
        <p:spPr>
          <a:xfrm>
            <a:off x="795528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g3afcfb39b93_0_784"/>
          <p:cNvSpPr/>
          <p:nvPr/>
        </p:nvSpPr>
        <p:spPr>
          <a:xfrm>
            <a:off x="804672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g3afcfb39b93_0_784"/>
          <p:cNvSpPr/>
          <p:nvPr/>
        </p:nvSpPr>
        <p:spPr>
          <a:xfrm>
            <a:off x="274320" y="342900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g3afcfb39b93_0_784"/>
          <p:cNvSpPr/>
          <p:nvPr/>
        </p:nvSpPr>
        <p:spPr>
          <a:xfrm>
            <a:off x="502920" y="342900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一番気になる課題を選んで深掘りしよう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g3afcfb39b93_0_784"/>
          <p:cNvSpPr/>
          <p:nvPr/>
        </p:nvSpPr>
        <p:spPr>
          <a:xfrm>
            <a:off x="274320" y="388620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選んだ課題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g3afcfb39b93_0_784"/>
          <p:cNvSpPr/>
          <p:nvPr/>
        </p:nvSpPr>
        <p:spPr>
          <a:xfrm>
            <a:off x="274320" y="4160520"/>
            <a:ext cx="4846200" cy="5487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" name="Google Shape;878;g3afcfb39b93_0_784"/>
          <p:cNvSpPr/>
          <p:nvPr/>
        </p:nvSpPr>
        <p:spPr>
          <a:xfrm>
            <a:off x="274320" y="480060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誰が困っている？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g3afcfb39b93_0_784"/>
          <p:cNvSpPr/>
          <p:nvPr/>
        </p:nvSpPr>
        <p:spPr>
          <a:xfrm>
            <a:off x="274320" y="5074920"/>
            <a:ext cx="48462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g3afcfb39b93_0_784"/>
          <p:cNvSpPr/>
          <p:nvPr/>
        </p:nvSpPr>
        <p:spPr>
          <a:xfrm>
            <a:off x="274320" y="580644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なぜ困っている？（原因・背景）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g3afcfb39b93_0_784"/>
          <p:cNvSpPr/>
          <p:nvPr/>
        </p:nvSpPr>
        <p:spPr>
          <a:xfrm>
            <a:off x="274320" y="6080760"/>
            <a:ext cx="48462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2" name="Google Shape;882;g3afcfb39b93_0_784"/>
          <p:cNvSpPr/>
          <p:nvPr/>
        </p:nvSpPr>
        <p:spPr>
          <a:xfrm>
            <a:off x="274320" y="681228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なぜあなたはこの課題が気になる？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g3afcfb39b93_0_784"/>
          <p:cNvSpPr/>
          <p:nvPr/>
        </p:nvSpPr>
        <p:spPr>
          <a:xfrm>
            <a:off x="274320" y="7086600"/>
            <a:ext cx="4846200" cy="36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4" name="Google Shape;884;g3afcfb39b93_0_784"/>
          <p:cNvSpPr/>
          <p:nvPr/>
        </p:nvSpPr>
        <p:spPr>
          <a:xfrm>
            <a:off x="5303520" y="3886200"/>
            <a:ext cx="502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課題のイメージ・メモ（自由に）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g3afcfb39b93_0_784"/>
          <p:cNvSpPr/>
          <p:nvPr/>
        </p:nvSpPr>
        <p:spPr>
          <a:xfrm>
            <a:off x="5303520" y="4160520"/>
            <a:ext cx="5029200" cy="3291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g3afcfb39b93_0_818"/>
          <p:cNvSpPr/>
          <p:nvPr/>
        </p:nvSpPr>
        <p:spPr>
          <a:xfrm>
            <a:off x="0" y="0"/>
            <a:ext cx="10689300" cy="731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2" name="Google Shape;892;g3afcfb39b93_0_818"/>
          <p:cNvSpPr/>
          <p:nvPr/>
        </p:nvSpPr>
        <p:spPr>
          <a:xfrm>
            <a:off x="274320" y="1371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課題発見シート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g3afcfb39b93_0_818"/>
          <p:cNvSpPr/>
          <p:nvPr/>
        </p:nvSpPr>
        <p:spPr>
          <a:xfrm>
            <a:off x="7772400" y="22860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4B942"/>
                </a:solidFill>
                <a:latin typeface="Arial"/>
                <a:ea typeface="Arial"/>
                <a:cs typeface="Arial"/>
                <a:sym typeface="Arial"/>
              </a:rPr>
              <a:t>KYOTO PLATEAU HACK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g3afcfb39b93_0_818"/>
          <p:cNvSpPr/>
          <p:nvPr/>
        </p:nvSpPr>
        <p:spPr>
          <a:xfrm>
            <a:off x="274326" y="868675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チーム名：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5" name="Google Shape;895;g3afcfb39b93_0_818"/>
          <p:cNvSpPr/>
          <p:nvPr/>
        </p:nvSpPr>
        <p:spPr>
          <a:xfrm>
            <a:off x="124551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g3afcfb39b93_0_818"/>
          <p:cNvSpPr/>
          <p:nvPr/>
        </p:nvSpPr>
        <p:spPr>
          <a:xfrm>
            <a:off x="3573076" y="868675"/>
            <a:ext cx="690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名前：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g3afcfb39b93_0_818"/>
          <p:cNvSpPr/>
          <p:nvPr/>
        </p:nvSpPr>
        <p:spPr>
          <a:xfrm>
            <a:off x="426303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g3afcfb39b93_0_818"/>
          <p:cNvSpPr/>
          <p:nvPr/>
        </p:nvSpPr>
        <p:spPr>
          <a:xfrm>
            <a:off x="274320" y="132588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9" name="Google Shape;899;g3afcfb39b93_0_818"/>
          <p:cNvSpPr/>
          <p:nvPr/>
        </p:nvSpPr>
        <p:spPr>
          <a:xfrm>
            <a:off x="502920" y="132588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京都で気になる課題を書き出そう（3つ以上）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g3afcfb39b93_0_818"/>
          <p:cNvSpPr/>
          <p:nvPr/>
        </p:nvSpPr>
        <p:spPr>
          <a:xfrm>
            <a:off x="502920" y="164592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テーマ：①京都駅前 ②京都のまちの物理的特徴 ③PLATEAU×オープンデータ（それ以外もOK）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g3afcfb39b93_0_818"/>
          <p:cNvSpPr/>
          <p:nvPr/>
        </p:nvSpPr>
        <p:spPr>
          <a:xfrm>
            <a:off x="27432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g3afcfb39b93_0_818"/>
          <p:cNvSpPr/>
          <p:nvPr/>
        </p:nvSpPr>
        <p:spPr>
          <a:xfrm>
            <a:off x="36576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g3afcfb39b93_0_818"/>
          <p:cNvSpPr/>
          <p:nvPr/>
        </p:nvSpPr>
        <p:spPr>
          <a:xfrm>
            <a:off x="283464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g3afcfb39b93_0_818"/>
          <p:cNvSpPr/>
          <p:nvPr/>
        </p:nvSpPr>
        <p:spPr>
          <a:xfrm>
            <a:off x="292608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g3afcfb39b93_0_818"/>
          <p:cNvSpPr/>
          <p:nvPr/>
        </p:nvSpPr>
        <p:spPr>
          <a:xfrm>
            <a:off x="539496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g3afcfb39b93_0_818"/>
          <p:cNvSpPr/>
          <p:nvPr/>
        </p:nvSpPr>
        <p:spPr>
          <a:xfrm>
            <a:off x="548640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g3afcfb39b93_0_818"/>
          <p:cNvSpPr/>
          <p:nvPr/>
        </p:nvSpPr>
        <p:spPr>
          <a:xfrm>
            <a:off x="795528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8" name="Google Shape;908;g3afcfb39b93_0_818"/>
          <p:cNvSpPr/>
          <p:nvPr/>
        </p:nvSpPr>
        <p:spPr>
          <a:xfrm>
            <a:off x="804672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g3afcfb39b93_0_818"/>
          <p:cNvSpPr/>
          <p:nvPr/>
        </p:nvSpPr>
        <p:spPr>
          <a:xfrm>
            <a:off x="274320" y="342900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g3afcfb39b93_0_818"/>
          <p:cNvSpPr/>
          <p:nvPr/>
        </p:nvSpPr>
        <p:spPr>
          <a:xfrm>
            <a:off x="502920" y="342900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一番気になる課題を選んで深掘りしよう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g3afcfb39b93_0_818"/>
          <p:cNvSpPr/>
          <p:nvPr/>
        </p:nvSpPr>
        <p:spPr>
          <a:xfrm>
            <a:off x="274320" y="388620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選んだ課題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g3afcfb39b93_0_818"/>
          <p:cNvSpPr/>
          <p:nvPr/>
        </p:nvSpPr>
        <p:spPr>
          <a:xfrm>
            <a:off x="274320" y="4160520"/>
            <a:ext cx="4846200" cy="5487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g3afcfb39b93_0_818"/>
          <p:cNvSpPr/>
          <p:nvPr/>
        </p:nvSpPr>
        <p:spPr>
          <a:xfrm>
            <a:off x="274320" y="480060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誰が困っている？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g3afcfb39b93_0_818"/>
          <p:cNvSpPr/>
          <p:nvPr/>
        </p:nvSpPr>
        <p:spPr>
          <a:xfrm>
            <a:off x="274320" y="5074920"/>
            <a:ext cx="48462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5" name="Google Shape;915;g3afcfb39b93_0_818"/>
          <p:cNvSpPr/>
          <p:nvPr/>
        </p:nvSpPr>
        <p:spPr>
          <a:xfrm>
            <a:off x="274320" y="580644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なぜ困っている？（原因・背景）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g3afcfb39b93_0_818"/>
          <p:cNvSpPr/>
          <p:nvPr/>
        </p:nvSpPr>
        <p:spPr>
          <a:xfrm>
            <a:off x="274320" y="6080760"/>
            <a:ext cx="48462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7" name="Google Shape;917;g3afcfb39b93_0_818"/>
          <p:cNvSpPr/>
          <p:nvPr/>
        </p:nvSpPr>
        <p:spPr>
          <a:xfrm>
            <a:off x="274320" y="681228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なぜあなたはこの課題が気になる？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g3afcfb39b93_0_818"/>
          <p:cNvSpPr/>
          <p:nvPr/>
        </p:nvSpPr>
        <p:spPr>
          <a:xfrm>
            <a:off x="274320" y="7086600"/>
            <a:ext cx="4846200" cy="36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9" name="Google Shape;919;g3afcfb39b93_0_818"/>
          <p:cNvSpPr/>
          <p:nvPr/>
        </p:nvSpPr>
        <p:spPr>
          <a:xfrm>
            <a:off x="5303520" y="3886200"/>
            <a:ext cx="502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課題のイメージ・メモ（自由に）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g3afcfb39b93_0_818"/>
          <p:cNvSpPr/>
          <p:nvPr/>
        </p:nvSpPr>
        <p:spPr>
          <a:xfrm>
            <a:off x="5303520" y="4160520"/>
            <a:ext cx="5029200" cy="3291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g3afcfb39b93_0_852"/>
          <p:cNvSpPr/>
          <p:nvPr/>
        </p:nvSpPr>
        <p:spPr>
          <a:xfrm>
            <a:off x="0" y="0"/>
            <a:ext cx="10689300" cy="731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7" name="Google Shape;927;g3afcfb39b93_0_852"/>
          <p:cNvSpPr/>
          <p:nvPr/>
        </p:nvSpPr>
        <p:spPr>
          <a:xfrm>
            <a:off x="274320" y="1371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課題発見シート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g3afcfb39b93_0_852"/>
          <p:cNvSpPr/>
          <p:nvPr/>
        </p:nvSpPr>
        <p:spPr>
          <a:xfrm>
            <a:off x="7772400" y="22860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4B942"/>
                </a:solidFill>
                <a:latin typeface="Arial"/>
                <a:ea typeface="Arial"/>
                <a:cs typeface="Arial"/>
                <a:sym typeface="Arial"/>
              </a:rPr>
              <a:t>KYOTO PLATEAU HACK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g3afcfb39b93_0_852"/>
          <p:cNvSpPr/>
          <p:nvPr/>
        </p:nvSpPr>
        <p:spPr>
          <a:xfrm>
            <a:off x="274326" y="868675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チーム名：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0" name="Google Shape;930;g3afcfb39b93_0_852"/>
          <p:cNvSpPr/>
          <p:nvPr/>
        </p:nvSpPr>
        <p:spPr>
          <a:xfrm>
            <a:off x="124551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1" name="Google Shape;931;g3afcfb39b93_0_852"/>
          <p:cNvSpPr/>
          <p:nvPr/>
        </p:nvSpPr>
        <p:spPr>
          <a:xfrm>
            <a:off x="3573076" y="868675"/>
            <a:ext cx="690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名前：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g3afcfb39b93_0_852"/>
          <p:cNvSpPr/>
          <p:nvPr/>
        </p:nvSpPr>
        <p:spPr>
          <a:xfrm>
            <a:off x="426303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3" name="Google Shape;933;g3afcfb39b93_0_852"/>
          <p:cNvSpPr/>
          <p:nvPr/>
        </p:nvSpPr>
        <p:spPr>
          <a:xfrm>
            <a:off x="274320" y="132588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" name="Google Shape;934;g3afcfb39b93_0_852"/>
          <p:cNvSpPr/>
          <p:nvPr/>
        </p:nvSpPr>
        <p:spPr>
          <a:xfrm>
            <a:off x="502920" y="132588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京都で気になる課題を書き出そう（3つ以上）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g3afcfb39b93_0_852"/>
          <p:cNvSpPr/>
          <p:nvPr/>
        </p:nvSpPr>
        <p:spPr>
          <a:xfrm>
            <a:off x="502920" y="164592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テーマ：①京都駅前 ②京都のまちの物理的特徴 ③PLATEAU×オープンデータ（それ以外もOK）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6" name="Google Shape;936;g3afcfb39b93_0_852"/>
          <p:cNvSpPr/>
          <p:nvPr/>
        </p:nvSpPr>
        <p:spPr>
          <a:xfrm>
            <a:off x="27432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7" name="Google Shape;937;g3afcfb39b93_0_852"/>
          <p:cNvSpPr/>
          <p:nvPr/>
        </p:nvSpPr>
        <p:spPr>
          <a:xfrm>
            <a:off x="36576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8" name="Google Shape;938;g3afcfb39b93_0_852"/>
          <p:cNvSpPr/>
          <p:nvPr/>
        </p:nvSpPr>
        <p:spPr>
          <a:xfrm>
            <a:off x="283464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9" name="Google Shape;939;g3afcfb39b93_0_852"/>
          <p:cNvSpPr/>
          <p:nvPr/>
        </p:nvSpPr>
        <p:spPr>
          <a:xfrm>
            <a:off x="292608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" name="Google Shape;940;g3afcfb39b93_0_852"/>
          <p:cNvSpPr/>
          <p:nvPr/>
        </p:nvSpPr>
        <p:spPr>
          <a:xfrm>
            <a:off x="539496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1" name="Google Shape;941;g3afcfb39b93_0_852"/>
          <p:cNvSpPr/>
          <p:nvPr/>
        </p:nvSpPr>
        <p:spPr>
          <a:xfrm>
            <a:off x="548640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g3afcfb39b93_0_852"/>
          <p:cNvSpPr/>
          <p:nvPr/>
        </p:nvSpPr>
        <p:spPr>
          <a:xfrm>
            <a:off x="795528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3" name="Google Shape;943;g3afcfb39b93_0_852"/>
          <p:cNvSpPr/>
          <p:nvPr/>
        </p:nvSpPr>
        <p:spPr>
          <a:xfrm>
            <a:off x="804672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4" name="Google Shape;944;g3afcfb39b93_0_852"/>
          <p:cNvSpPr/>
          <p:nvPr/>
        </p:nvSpPr>
        <p:spPr>
          <a:xfrm>
            <a:off x="274320" y="342900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5" name="Google Shape;945;g3afcfb39b93_0_852"/>
          <p:cNvSpPr/>
          <p:nvPr/>
        </p:nvSpPr>
        <p:spPr>
          <a:xfrm>
            <a:off x="502920" y="342900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一番気になる課題を選んで深掘りしよう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g3afcfb39b93_0_852"/>
          <p:cNvSpPr/>
          <p:nvPr/>
        </p:nvSpPr>
        <p:spPr>
          <a:xfrm>
            <a:off x="274320" y="388620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選んだ課題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g3afcfb39b93_0_852"/>
          <p:cNvSpPr/>
          <p:nvPr/>
        </p:nvSpPr>
        <p:spPr>
          <a:xfrm>
            <a:off x="274320" y="4160520"/>
            <a:ext cx="4846200" cy="5487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8" name="Google Shape;948;g3afcfb39b93_0_852"/>
          <p:cNvSpPr/>
          <p:nvPr/>
        </p:nvSpPr>
        <p:spPr>
          <a:xfrm>
            <a:off x="274320" y="480060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誰が困っている？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9" name="Google Shape;949;g3afcfb39b93_0_852"/>
          <p:cNvSpPr/>
          <p:nvPr/>
        </p:nvSpPr>
        <p:spPr>
          <a:xfrm>
            <a:off x="274320" y="5074920"/>
            <a:ext cx="48462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0" name="Google Shape;950;g3afcfb39b93_0_852"/>
          <p:cNvSpPr/>
          <p:nvPr/>
        </p:nvSpPr>
        <p:spPr>
          <a:xfrm>
            <a:off x="274320" y="580644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なぜ困っている？（原因・背景）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1" name="Google Shape;951;g3afcfb39b93_0_852"/>
          <p:cNvSpPr/>
          <p:nvPr/>
        </p:nvSpPr>
        <p:spPr>
          <a:xfrm>
            <a:off x="274320" y="6080760"/>
            <a:ext cx="48462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g3afcfb39b93_0_852"/>
          <p:cNvSpPr/>
          <p:nvPr/>
        </p:nvSpPr>
        <p:spPr>
          <a:xfrm>
            <a:off x="274320" y="681228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なぜあなたはこの課題が気になる？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" name="Google Shape;953;g3afcfb39b93_0_852"/>
          <p:cNvSpPr/>
          <p:nvPr/>
        </p:nvSpPr>
        <p:spPr>
          <a:xfrm>
            <a:off x="274320" y="7086600"/>
            <a:ext cx="4846200" cy="36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g3afcfb39b93_0_852"/>
          <p:cNvSpPr/>
          <p:nvPr/>
        </p:nvSpPr>
        <p:spPr>
          <a:xfrm>
            <a:off x="5303520" y="3886200"/>
            <a:ext cx="502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課題のイメージ・メモ（自由に）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g3afcfb39b93_0_852"/>
          <p:cNvSpPr/>
          <p:nvPr/>
        </p:nvSpPr>
        <p:spPr>
          <a:xfrm>
            <a:off x="5303520" y="4160520"/>
            <a:ext cx="5029200" cy="3291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g3afcfb39b93_0_886"/>
          <p:cNvSpPr/>
          <p:nvPr/>
        </p:nvSpPr>
        <p:spPr>
          <a:xfrm>
            <a:off x="0" y="0"/>
            <a:ext cx="10689300" cy="731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g3afcfb39b93_0_886"/>
          <p:cNvSpPr/>
          <p:nvPr/>
        </p:nvSpPr>
        <p:spPr>
          <a:xfrm>
            <a:off x="274320" y="1371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課題発見シート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g3afcfb39b93_0_886"/>
          <p:cNvSpPr/>
          <p:nvPr/>
        </p:nvSpPr>
        <p:spPr>
          <a:xfrm>
            <a:off x="7772400" y="22860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4B942"/>
                </a:solidFill>
                <a:latin typeface="Arial"/>
                <a:ea typeface="Arial"/>
                <a:cs typeface="Arial"/>
                <a:sym typeface="Arial"/>
              </a:rPr>
              <a:t>KYOTO PLATEAU HACK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4" name="Google Shape;964;g3afcfb39b93_0_886"/>
          <p:cNvSpPr/>
          <p:nvPr/>
        </p:nvSpPr>
        <p:spPr>
          <a:xfrm>
            <a:off x="274326" y="868675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チーム名：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g3afcfb39b93_0_886"/>
          <p:cNvSpPr/>
          <p:nvPr/>
        </p:nvSpPr>
        <p:spPr>
          <a:xfrm>
            <a:off x="124551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g3afcfb39b93_0_886"/>
          <p:cNvSpPr/>
          <p:nvPr/>
        </p:nvSpPr>
        <p:spPr>
          <a:xfrm>
            <a:off x="3573076" y="868675"/>
            <a:ext cx="690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名前：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g3afcfb39b93_0_886"/>
          <p:cNvSpPr/>
          <p:nvPr/>
        </p:nvSpPr>
        <p:spPr>
          <a:xfrm>
            <a:off x="426303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g3afcfb39b93_0_886"/>
          <p:cNvSpPr/>
          <p:nvPr/>
        </p:nvSpPr>
        <p:spPr>
          <a:xfrm>
            <a:off x="274320" y="132588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9" name="Google Shape;969;g3afcfb39b93_0_886"/>
          <p:cNvSpPr/>
          <p:nvPr/>
        </p:nvSpPr>
        <p:spPr>
          <a:xfrm>
            <a:off x="502920" y="132588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京都で気になる課題を書き出そう（3つ以上）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g3afcfb39b93_0_886"/>
          <p:cNvSpPr/>
          <p:nvPr/>
        </p:nvSpPr>
        <p:spPr>
          <a:xfrm>
            <a:off x="502920" y="164592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テーマ：①京都駅前 ②京都のまちの物理的特徴 ③PLATEAU×オープンデータ（それ以外もOK）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g3afcfb39b93_0_886"/>
          <p:cNvSpPr/>
          <p:nvPr/>
        </p:nvSpPr>
        <p:spPr>
          <a:xfrm>
            <a:off x="27432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g3afcfb39b93_0_886"/>
          <p:cNvSpPr/>
          <p:nvPr/>
        </p:nvSpPr>
        <p:spPr>
          <a:xfrm>
            <a:off x="36576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g3afcfb39b93_0_886"/>
          <p:cNvSpPr/>
          <p:nvPr/>
        </p:nvSpPr>
        <p:spPr>
          <a:xfrm>
            <a:off x="283464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4" name="Google Shape;974;g3afcfb39b93_0_886"/>
          <p:cNvSpPr/>
          <p:nvPr/>
        </p:nvSpPr>
        <p:spPr>
          <a:xfrm>
            <a:off x="292608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5" name="Google Shape;975;g3afcfb39b93_0_886"/>
          <p:cNvSpPr/>
          <p:nvPr/>
        </p:nvSpPr>
        <p:spPr>
          <a:xfrm>
            <a:off x="539496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6" name="Google Shape;976;g3afcfb39b93_0_886"/>
          <p:cNvSpPr/>
          <p:nvPr/>
        </p:nvSpPr>
        <p:spPr>
          <a:xfrm>
            <a:off x="548640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7" name="Google Shape;977;g3afcfb39b93_0_886"/>
          <p:cNvSpPr/>
          <p:nvPr/>
        </p:nvSpPr>
        <p:spPr>
          <a:xfrm>
            <a:off x="795528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8" name="Google Shape;978;g3afcfb39b93_0_886"/>
          <p:cNvSpPr/>
          <p:nvPr/>
        </p:nvSpPr>
        <p:spPr>
          <a:xfrm>
            <a:off x="804672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9" name="Google Shape;979;g3afcfb39b93_0_886"/>
          <p:cNvSpPr/>
          <p:nvPr/>
        </p:nvSpPr>
        <p:spPr>
          <a:xfrm>
            <a:off x="274320" y="342900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0" name="Google Shape;980;g3afcfb39b93_0_886"/>
          <p:cNvSpPr/>
          <p:nvPr/>
        </p:nvSpPr>
        <p:spPr>
          <a:xfrm>
            <a:off x="502920" y="342900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一番気になる課題を選んで深掘りしよう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g3afcfb39b93_0_886"/>
          <p:cNvSpPr/>
          <p:nvPr/>
        </p:nvSpPr>
        <p:spPr>
          <a:xfrm>
            <a:off x="274320" y="388620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選んだ課題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g3afcfb39b93_0_886"/>
          <p:cNvSpPr/>
          <p:nvPr/>
        </p:nvSpPr>
        <p:spPr>
          <a:xfrm>
            <a:off x="274320" y="4160520"/>
            <a:ext cx="4846200" cy="5487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3" name="Google Shape;983;g3afcfb39b93_0_886"/>
          <p:cNvSpPr/>
          <p:nvPr/>
        </p:nvSpPr>
        <p:spPr>
          <a:xfrm>
            <a:off x="274320" y="480060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誰が困っている？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4" name="Google Shape;984;g3afcfb39b93_0_886"/>
          <p:cNvSpPr/>
          <p:nvPr/>
        </p:nvSpPr>
        <p:spPr>
          <a:xfrm>
            <a:off x="274320" y="5074920"/>
            <a:ext cx="48462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5" name="Google Shape;985;g3afcfb39b93_0_886"/>
          <p:cNvSpPr/>
          <p:nvPr/>
        </p:nvSpPr>
        <p:spPr>
          <a:xfrm>
            <a:off x="274320" y="580644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なぜ困っている？（原因・背景）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6" name="Google Shape;986;g3afcfb39b93_0_886"/>
          <p:cNvSpPr/>
          <p:nvPr/>
        </p:nvSpPr>
        <p:spPr>
          <a:xfrm>
            <a:off x="274320" y="6080760"/>
            <a:ext cx="48462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7" name="Google Shape;987;g3afcfb39b93_0_886"/>
          <p:cNvSpPr/>
          <p:nvPr/>
        </p:nvSpPr>
        <p:spPr>
          <a:xfrm>
            <a:off x="274320" y="681228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なぜあなたはこの課題が気になる？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g3afcfb39b93_0_886"/>
          <p:cNvSpPr/>
          <p:nvPr/>
        </p:nvSpPr>
        <p:spPr>
          <a:xfrm>
            <a:off x="274320" y="7086600"/>
            <a:ext cx="4846200" cy="36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9" name="Google Shape;989;g3afcfb39b93_0_886"/>
          <p:cNvSpPr/>
          <p:nvPr/>
        </p:nvSpPr>
        <p:spPr>
          <a:xfrm>
            <a:off x="5303520" y="3886200"/>
            <a:ext cx="502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課題のイメージ・メモ（自由に）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g3afcfb39b93_0_886"/>
          <p:cNvSpPr/>
          <p:nvPr/>
        </p:nvSpPr>
        <p:spPr>
          <a:xfrm>
            <a:off x="5303520" y="4160520"/>
            <a:ext cx="5029200" cy="3291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g3afcfb39b93_0_920"/>
          <p:cNvSpPr/>
          <p:nvPr/>
        </p:nvSpPr>
        <p:spPr>
          <a:xfrm>
            <a:off x="0" y="0"/>
            <a:ext cx="10689300" cy="731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7" name="Google Shape;997;g3afcfb39b93_0_920"/>
          <p:cNvSpPr/>
          <p:nvPr/>
        </p:nvSpPr>
        <p:spPr>
          <a:xfrm>
            <a:off x="274320" y="1371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課題発見シート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8" name="Google Shape;998;g3afcfb39b93_0_920"/>
          <p:cNvSpPr/>
          <p:nvPr/>
        </p:nvSpPr>
        <p:spPr>
          <a:xfrm>
            <a:off x="7772400" y="22860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4B942"/>
                </a:solidFill>
                <a:latin typeface="Arial"/>
                <a:ea typeface="Arial"/>
                <a:cs typeface="Arial"/>
                <a:sym typeface="Arial"/>
              </a:rPr>
              <a:t>KYOTO PLATEAU HACK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9" name="Google Shape;999;g3afcfb39b93_0_920"/>
          <p:cNvSpPr/>
          <p:nvPr/>
        </p:nvSpPr>
        <p:spPr>
          <a:xfrm>
            <a:off x="274326" y="868675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チーム名：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0" name="Google Shape;1000;g3afcfb39b93_0_920"/>
          <p:cNvSpPr/>
          <p:nvPr/>
        </p:nvSpPr>
        <p:spPr>
          <a:xfrm>
            <a:off x="124551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1" name="Google Shape;1001;g3afcfb39b93_0_920"/>
          <p:cNvSpPr/>
          <p:nvPr/>
        </p:nvSpPr>
        <p:spPr>
          <a:xfrm>
            <a:off x="3573076" y="868675"/>
            <a:ext cx="690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名前：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2" name="Google Shape;1002;g3afcfb39b93_0_920"/>
          <p:cNvSpPr/>
          <p:nvPr/>
        </p:nvSpPr>
        <p:spPr>
          <a:xfrm>
            <a:off x="426303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3" name="Google Shape;1003;g3afcfb39b93_0_920"/>
          <p:cNvSpPr/>
          <p:nvPr/>
        </p:nvSpPr>
        <p:spPr>
          <a:xfrm>
            <a:off x="274320" y="132588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4" name="Google Shape;1004;g3afcfb39b93_0_920"/>
          <p:cNvSpPr/>
          <p:nvPr/>
        </p:nvSpPr>
        <p:spPr>
          <a:xfrm>
            <a:off x="502920" y="132588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京都で気になる課題を書き出そう（3つ以上）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5" name="Google Shape;1005;g3afcfb39b93_0_920"/>
          <p:cNvSpPr/>
          <p:nvPr/>
        </p:nvSpPr>
        <p:spPr>
          <a:xfrm>
            <a:off x="502920" y="164592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テーマ：①京都駅前 ②京都のまちの物理的特徴 ③PLATEAU×オープンデータ（それ以外もOK）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6" name="Google Shape;1006;g3afcfb39b93_0_920"/>
          <p:cNvSpPr/>
          <p:nvPr/>
        </p:nvSpPr>
        <p:spPr>
          <a:xfrm>
            <a:off x="27432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7" name="Google Shape;1007;g3afcfb39b93_0_920"/>
          <p:cNvSpPr/>
          <p:nvPr/>
        </p:nvSpPr>
        <p:spPr>
          <a:xfrm>
            <a:off x="36576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8" name="Google Shape;1008;g3afcfb39b93_0_920"/>
          <p:cNvSpPr/>
          <p:nvPr/>
        </p:nvSpPr>
        <p:spPr>
          <a:xfrm>
            <a:off x="283464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9" name="Google Shape;1009;g3afcfb39b93_0_920"/>
          <p:cNvSpPr/>
          <p:nvPr/>
        </p:nvSpPr>
        <p:spPr>
          <a:xfrm>
            <a:off x="292608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0" name="Google Shape;1010;g3afcfb39b93_0_920"/>
          <p:cNvSpPr/>
          <p:nvPr/>
        </p:nvSpPr>
        <p:spPr>
          <a:xfrm>
            <a:off x="539496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1" name="Google Shape;1011;g3afcfb39b93_0_920"/>
          <p:cNvSpPr/>
          <p:nvPr/>
        </p:nvSpPr>
        <p:spPr>
          <a:xfrm>
            <a:off x="548640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2" name="Google Shape;1012;g3afcfb39b93_0_920"/>
          <p:cNvSpPr/>
          <p:nvPr/>
        </p:nvSpPr>
        <p:spPr>
          <a:xfrm>
            <a:off x="795528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3" name="Google Shape;1013;g3afcfb39b93_0_920"/>
          <p:cNvSpPr/>
          <p:nvPr/>
        </p:nvSpPr>
        <p:spPr>
          <a:xfrm>
            <a:off x="804672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4" name="Google Shape;1014;g3afcfb39b93_0_920"/>
          <p:cNvSpPr/>
          <p:nvPr/>
        </p:nvSpPr>
        <p:spPr>
          <a:xfrm>
            <a:off x="274320" y="342900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g3afcfb39b93_0_920"/>
          <p:cNvSpPr/>
          <p:nvPr/>
        </p:nvSpPr>
        <p:spPr>
          <a:xfrm>
            <a:off x="502920" y="342900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一番気になる課題を選んで深掘りしよう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6" name="Google Shape;1016;g3afcfb39b93_0_920"/>
          <p:cNvSpPr/>
          <p:nvPr/>
        </p:nvSpPr>
        <p:spPr>
          <a:xfrm>
            <a:off x="274320" y="388620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選んだ課題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7" name="Google Shape;1017;g3afcfb39b93_0_920"/>
          <p:cNvSpPr/>
          <p:nvPr/>
        </p:nvSpPr>
        <p:spPr>
          <a:xfrm>
            <a:off x="274320" y="4160520"/>
            <a:ext cx="4846200" cy="5487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g3afcfb39b93_0_920"/>
          <p:cNvSpPr/>
          <p:nvPr/>
        </p:nvSpPr>
        <p:spPr>
          <a:xfrm>
            <a:off x="274320" y="480060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誰が困っている？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9" name="Google Shape;1019;g3afcfb39b93_0_920"/>
          <p:cNvSpPr/>
          <p:nvPr/>
        </p:nvSpPr>
        <p:spPr>
          <a:xfrm>
            <a:off x="274320" y="5074920"/>
            <a:ext cx="48462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g3afcfb39b93_0_920"/>
          <p:cNvSpPr/>
          <p:nvPr/>
        </p:nvSpPr>
        <p:spPr>
          <a:xfrm>
            <a:off x="274320" y="580644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なぜ困っている？（原因・背景）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1" name="Google Shape;1021;g3afcfb39b93_0_920"/>
          <p:cNvSpPr/>
          <p:nvPr/>
        </p:nvSpPr>
        <p:spPr>
          <a:xfrm>
            <a:off x="274320" y="6080760"/>
            <a:ext cx="48462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2" name="Google Shape;1022;g3afcfb39b93_0_920"/>
          <p:cNvSpPr/>
          <p:nvPr/>
        </p:nvSpPr>
        <p:spPr>
          <a:xfrm>
            <a:off x="274320" y="681228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なぜあなたはこの課題が気になる？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" name="Google Shape;1023;g3afcfb39b93_0_920"/>
          <p:cNvSpPr/>
          <p:nvPr/>
        </p:nvSpPr>
        <p:spPr>
          <a:xfrm>
            <a:off x="274320" y="7086600"/>
            <a:ext cx="4846200" cy="36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4" name="Google Shape;1024;g3afcfb39b93_0_920"/>
          <p:cNvSpPr/>
          <p:nvPr/>
        </p:nvSpPr>
        <p:spPr>
          <a:xfrm>
            <a:off x="5303520" y="3886200"/>
            <a:ext cx="502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課題のイメージ・メモ（自由に）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5" name="Google Shape;1025;g3afcfb39b93_0_920"/>
          <p:cNvSpPr/>
          <p:nvPr/>
        </p:nvSpPr>
        <p:spPr>
          <a:xfrm>
            <a:off x="5303520" y="4160520"/>
            <a:ext cx="5029200" cy="3291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g3afcfb39b93_0_954"/>
          <p:cNvSpPr/>
          <p:nvPr/>
        </p:nvSpPr>
        <p:spPr>
          <a:xfrm>
            <a:off x="0" y="0"/>
            <a:ext cx="10689300" cy="731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2" name="Google Shape;1032;g3afcfb39b93_0_954"/>
          <p:cNvSpPr/>
          <p:nvPr/>
        </p:nvSpPr>
        <p:spPr>
          <a:xfrm>
            <a:off x="274320" y="1371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課題発見シート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3" name="Google Shape;1033;g3afcfb39b93_0_954"/>
          <p:cNvSpPr/>
          <p:nvPr/>
        </p:nvSpPr>
        <p:spPr>
          <a:xfrm>
            <a:off x="7772400" y="22860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4B942"/>
                </a:solidFill>
                <a:latin typeface="Arial"/>
                <a:ea typeface="Arial"/>
                <a:cs typeface="Arial"/>
                <a:sym typeface="Arial"/>
              </a:rPr>
              <a:t>KYOTO PLATEAU HACK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4" name="Google Shape;1034;g3afcfb39b93_0_954"/>
          <p:cNvSpPr/>
          <p:nvPr/>
        </p:nvSpPr>
        <p:spPr>
          <a:xfrm>
            <a:off x="274326" y="868675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チーム名：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5" name="Google Shape;1035;g3afcfb39b93_0_954"/>
          <p:cNvSpPr/>
          <p:nvPr/>
        </p:nvSpPr>
        <p:spPr>
          <a:xfrm>
            <a:off x="124551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6" name="Google Shape;1036;g3afcfb39b93_0_954"/>
          <p:cNvSpPr/>
          <p:nvPr/>
        </p:nvSpPr>
        <p:spPr>
          <a:xfrm>
            <a:off x="3573076" y="868675"/>
            <a:ext cx="690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名前：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7" name="Google Shape;1037;g3afcfb39b93_0_954"/>
          <p:cNvSpPr/>
          <p:nvPr/>
        </p:nvSpPr>
        <p:spPr>
          <a:xfrm>
            <a:off x="426303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8" name="Google Shape;1038;g3afcfb39b93_0_954"/>
          <p:cNvSpPr/>
          <p:nvPr/>
        </p:nvSpPr>
        <p:spPr>
          <a:xfrm>
            <a:off x="274320" y="132588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9" name="Google Shape;1039;g3afcfb39b93_0_954"/>
          <p:cNvSpPr/>
          <p:nvPr/>
        </p:nvSpPr>
        <p:spPr>
          <a:xfrm>
            <a:off x="502920" y="132588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京都で気になる課題を書き出そう（3つ以上）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0" name="Google Shape;1040;g3afcfb39b93_0_954"/>
          <p:cNvSpPr/>
          <p:nvPr/>
        </p:nvSpPr>
        <p:spPr>
          <a:xfrm>
            <a:off x="502920" y="164592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テーマ：①京都駅前 ②京都のまちの物理的特徴 ③PLATEAU×オープンデータ（それ以外もOK）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1" name="Google Shape;1041;g3afcfb39b93_0_954"/>
          <p:cNvSpPr/>
          <p:nvPr/>
        </p:nvSpPr>
        <p:spPr>
          <a:xfrm>
            <a:off x="27432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2" name="Google Shape;1042;g3afcfb39b93_0_954"/>
          <p:cNvSpPr/>
          <p:nvPr/>
        </p:nvSpPr>
        <p:spPr>
          <a:xfrm>
            <a:off x="36576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3" name="Google Shape;1043;g3afcfb39b93_0_954"/>
          <p:cNvSpPr/>
          <p:nvPr/>
        </p:nvSpPr>
        <p:spPr>
          <a:xfrm>
            <a:off x="283464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4" name="Google Shape;1044;g3afcfb39b93_0_954"/>
          <p:cNvSpPr/>
          <p:nvPr/>
        </p:nvSpPr>
        <p:spPr>
          <a:xfrm>
            <a:off x="292608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5" name="Google Shape;1045;g3afcfb39b93_0_954"/>
          <p:cNvSpPr/>
          <p:nvPr/>
        </p:nvSpPr>
        <p:spPr>
          <a:xfrm>
            <a:off x="539496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6" name="Google Shape;1046;g3afcfb39b93_0_954"/>
          <p:cNvSpPr/>
          <p:nvPr/>
        </p:nvSpPr>
        <p:spPr>
          <a:xfrm>
            <a:off x="548640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7" name="Google Shape;1047;g3afcfb39b93_0_954"/>
          <p:cNvSpPr/>
          <p:nvPr/>
        </p:nvSpPr>
        <p:spPr>
          <a:xfrm>
            <a:off x="795528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g3afcfb39b93_0_954"/>
          <p:cNvSpPr/>
          <p:nvPr/>
        </p:nvSpPr>
        <p:spPr>
          <a:xfrm>
            <a:off x="804672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9" name="Google Shape;1049;g3afcfb39b93_0_954"/>
          <p:cNvSpPr/>
          <p:nvPr/>
        </p:nvSpPr>
        <p:spPr>
          <a:xfrm>
            <a:off x="274320" y="342900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0" name="Google Shape;1050;g3afcfb39b93_0_954"/>
          <p:cNvSpPr/>
          <p:nvPr/>
        </p:nvSpPr>
        <p:spPr>
          <a:xfrm>
            <a:off x="502920" y="342900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一番気になる課題を選んで深掘りしよう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1" name="Google Shape;1051;g3afcfb39b93_0_954"/>
          <p:cNvSpPr/>
          <p:nvPr/>
        </p:nvSpPr>
        <p:spPr>
          <a:xfrm>
            <a:off x="274320" y="388620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選んだ課題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2" name="Google Shape;1052;g3afcfb39b93_0_954"/>
          <p:cNvSpPr/>
          <p:nvPr/>
        </p:nvSpPr>
        <p:spPr>
          <a:xfrm>
            <a:off x="274320" y="4160520"/>
            <a:ext cx="4846200" cy="5487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3" name="Google Shape;1053;g3afcfb39b93_0_954"/>
          <p:cNvSpPr/>
          <p:nvPr/>
        </p:nvSpPr>
        <p:spPr>
          <a:xfrm>
            <a:off x="274320" y="480060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誰が困っている？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4" name="Google Shape;1054;g3afcfb39b93_0_954"/>
          <p:cNvSpPr/>
          <p:nvPr/>
        </p:nvSpPr>
        <p:spPr>
          <a:xfrm>
            <a:off x="274320" y="5074920"/>
            <a:ext cx="48462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5" name="Google Shape;1055;g3afcfb39b93_0_954"/>
          <p:cNvSpPr/>
          <p:nvPr/>
        </p:nvSpPr>
        <p:spPr>
          <a:xfrm>
            <a:off x="274320" y="580644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なぜ困っている？（原因・背景）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6" name="Google Shape;1056;g3afcfb39b93_0_954"/>
          <p:cNvSpPr/>
          <p:nvPr/>
        </p:nvSpPr>
        <p:spPr>
          <a:xfrm>
            <a:off x="274320" y="6080760"/>
            <a:ext cx="48462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7" name="Google Shape;1057;g3afcfb39b93_0_954"/>
          <p:cNvSpPr/>
          <p:nvPr/>
        </p:nvSpPr>
        <p:spPr>
          <a:xfrm>
            <a:off x="274320" y="681228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なぜあなたはこの課題が気になる？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8" name="Google Shape;1058;g3afcfb39b93_0_954"/>
          <p:cNvSpPr/>
          <p:nvPr/>
        </p:nvSpPr>
        <p:spPr>
          <a:xfrm>
            <a:off x="274320" y="7086600"/>
            <a:ext cx="4846200" cy="36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9" name="Google Shape;1059;g3afcfb39b93_0_954"/>
          <p:cNvSpPr/>
          <p:nvPr/>
        </p:nvSpPr>
        <p:spPr>
          <a:xfrm>
            <a:off x="5303520" y="3886200"/>
            <a:ext cx="502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課題のイメージ・メモ（自由に）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0" name="Google Shape;1060;g3afcfb39b93_0_954"/>
          <p:cNvSpPr/>
          <p:nvPr/>
        </p:nvSpPr>
        <p:spPr>
          <a:xfrm>
            <a:off x="5303520" y="4160520"/>
            <a:ext cx="5029200" cy="3291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g3afcfb39b93_0_988"/>
          <p:cNvSpPr/>
          <p:nvPr/>
        </p:nvSpPr>
        <p:spPr>
          <a:xfrm>
            <a:off x="0" y="0"/>
            <a:ext cx="10689300" cy="731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7" name="Google Shape;1067;g3afcfb39b93_0_988"/>
          <p:cNvSpPr/>
          <p:nvPr/>
        </p:nvSpPr>
        <p:spPr>
          <a:xfrm>
            <a:off x="274320" y="1371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課題発見シート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8" name="Google Shape;1068;g3afcfb39b93_0_988"/>
          <p:cNvSpPr/>
          <p:nvPr/>
        </p:nvSpPr>
        <p:spPr>
          <a:xfrm>
            <a:off x="7772400" y="22860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4B942"/>
                </a:solidFill>
                <a:latin typeface="Arial"/>
                <a:ea typeface="Arial"/>
                <a:cs typeface="Arial"/>
                <a:sym typeface="Arial"/>
              </a:rPr>
              <a:t>KYOTO PLATEAU HACK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9" name="Google Shape;1069;g3afcfb39b93_0_988"/>
          <p:cNvSpPr/>
          <p:nvPr/>
        </p:nvSpPr>
        <p:spPr>
          <a:xfrm>
            <a:off x="274326" y="868675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チーム名：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0" name="Google Shape;1070;g3afcfb39b93_0_988"/>
          <p:cNvSpPr/>
          <p:nvPr/>
        </p:nvSpPr>
        <p:spPr>
          <a:xfrm>
            <a:off x="124551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1" name="Google Shape;1071;g3afcfb39b93_0_988"/>
          <p:cNvSpPr/>
          <p:nvPr/>
        </p:nvSpPr>
        <p:spPr>
          <a:xfrm>
            <a:off x="3573076" y="868675"/>
            <a:ext cx="690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名前：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2" name="Google Shape;1072;g3afcfb39b93_0_988"/>
          <p:cNvSpPr/>
          <p:nvPr/>
        </p:nvSpPr>
        <p:spPr>
          <a:xfrm>
            <a:off x="426303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3" name="Google Shape;1073;g3afcfb39b93_0_988"/>
          <p:cNvSpPr/>
          <p:nvPr/>
        </p:nvSpPr>
        <p:spPr>
          <a:xfrm>
            <a:off x="274320" y="132588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4" name="Google Shape;1074;g3afcfb39b93_0_988"/>
          <p:cNvSpPr/>
          <p:nvPr/>
        </p:nvSpPr>
        <p:spPr>
          <a:xfrm>
            <a:off x="502920" y="132588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京都で気になる課題を書き出そう（3つ以上）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5" name="Google Shape;1075;g3afcfb39b93_0_988"/>
          <p:cNvSpPr/>
          <p:nvPr/>
        </p:nvSpPr>
        <p:spPr>
          <a:xfrm>
            <a:off x="502920" y="164592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テーマ：①京都駅前 ②京都のまちの物理的特徴 ③PLATEAU×オープンデータ（それ以外もOK）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6" name="Google Shape;1076;g3afcfb39b93_0_988"/>
          <p:cNvSpPr/>
          <p:nvPr/>
        </p:nvSpPr>
        <p:spPr>
          <a:xfrm>
            <a:off x="27432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7" name="Google Shape;1077;g3afcfb39b93_0_988"/>
          <p:cNvSpPr/>
          <p:nvPr/>
        </p:nvSpPr>
        <p:spPr>
          <a:xfrm>
            <a:off x="36576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8" name="Google Shape;1078;g3afcfb39b93_0_988"/>
          <p:cNvSpPr/>
          <p:nvPr/>
        </p:nvSpPr>
        <p:spPr>
          <a:xfrm>
            <a:off x="283464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9" name="Google Shape;1079;g3afcfb39b93_0_988"/>
          <p:cNvSpPr/>
          <p:nvPr/>
        </p:nvSpPr>
        <p:spPr>
          <a:xfrm>
            <a:off x="292608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0" name="Google Shape;1080;g3afcfb39b93_0_988"/>
          <p:cNvSpPr/>
          <p:nvPr/>
        </p:nvSpPr>
        <p:spPr>
          <a:xfrm>
            <a:off x="539496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1" name="Google Shape;1081;g3afcfb39b93_0_988"/>
          <p:cNvSpPr/>
          <p:nvPr/>
        </p:nvSpPr>
        <p:spPr>
          <a:xfrm>
            <a:off x="548640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2" name="Google Shape;1082;g3afcfb39b93_0_988"/>
          <p:cNvSpPr/>
          <p:nvPr/>
        </p:nvSpPr>
        <p:spPr>
          <a:xfrm>
            <a:off x="795528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3" name="Google Shape;1083;g3afcfb39b93_0_988"/>
          <p:cNvSpPr/>
          <p:nvPr/>
        </p:nvSpPr>
        <p:spPr>
          <a:xfrm>
            <a:off x="804672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4" name="Google Shape;1084;g3afcfb39b93_0_988"/>
          <p:cNvSpPr/>
          <p:nvPr/>
        </p:nvSpPr>
        <p:spPr>
          <a:xfrm>
            <a:off x="274320" y="342900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5" name="Google Shape;1085;g3afcfb39b93_0_988"/>
          <p:cNvSpPr/>
          <p:nvPr/>
        </p:nvSpPr>
        <p:spPr>
          <a:xfrm>
            <a:off x="502920" y="342900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一番気になる課題を選んで深掘りしよう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6" name="Google Shape;1086;g3afcfb39b93_0_988"/>
          <p:cNvSpPr/>
          <p:nvPr/>
        </p:nvSpPr>
        <p:spPr>
          <a:xfrm>
            <a:off x="274320" y="388620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選んだ課題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7" name="Google Shape;1087;g3afcfb39b93_0_988"/>
          <p:cNvSpPr/>
          <p:nvPr/>
        </p:nvSpPr>
        <p:spPr>
          <a:xfrm>
            <a:off x="274320" y="4160520"/>
            <a:ext cx="4846200" cy="5487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8" name="Google Shape;1088;g3afcfb39b93_0_988"/>
          <p:cNvSpPr/>
          <p:nvPr/>
        </p:nvSpPr>
        <p:spPr>
          <a:xfrm>
            <a:off x="274320" y="480060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誰が困っている？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9" name="Google Shape;1089;g3afcfb39b93_0_988"/>
          <p:cNvSpPr/>
          <p:nvPr/>
        </p:nvSpPr>
        <p:spPr>
          <a:xfrm>
            <a:off x="274320" y="5074920"/>
            <a:ext cx="48462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0" name="Google Shape;1090;g3afcfb39b93_0_988"/>
          <p:cNvSpPr/>
          <p:nvPr/>
        </p:nvSpPr>
        <p:spPr>
          <a:xfrm>
            <a:off x="274320" y="580644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なぜ困っている？（原因・背景）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1" name="Google Shape;1091;g3afcfb39b93_0_988"/>
          <p:cNvSpPr/>
          <p:nvPr/>
        </p:nvSpPr>
        <p:spPr>
          <a:xfrm>
            <a:off x="274320" y="6080760"/>
            <a:ext cx="48462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2" name="Google Shape;1092;g3afcfb39b93_0_988"/>
          <p:cNvSpPr/>
          <p:nvPr/>
        </p:nvSpPr>
        <p:spPr>
          <a:xfrm>
            <a:off x="274320" y="681228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なぜあなたはこの課題が気になる？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3" name="Google Shape;1093;g3afcfb39b93_0_988"/>
          <p:cNvSpPr/>
          <p:nvPr/>
        </p:nvSpPr>
        <p:spPr>
          <a:xfrm>
            <a:off x="274320" y="7086600"/>
            <a:ext cx="4846200" cy="36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4" name="Google Shape;1094;g3afcfb39b93_0_988"/>
          <p:cNvSpPr/>
          <p:nvPr/>
        </p:nvSpPr>
        <p:spPr>
          <a:xfrm>
            <a:off x="5303520" y="3886200"/>
            <a:ext cx="502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課題のイメージ・メモ（自由に）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5" name="Google Shape;1095;g3afcfb39b93_0_988"/>
          <p:cNvSpPr/>
          <p:nvPr/>
        </p:nvSpPr>
        <p:spPr>
          <a:xfrm>
            <a:off x="5303520" y="4160520"/>
            <a:ext cx="5029200" cy="3291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g3afcfb39b93_0_1022"/>
          <p:cNvSpPr/>
          <p:nvPr/>
        </p:nvSpPr>
        <p:spPr>
          <a:xfrm>
            <a:off x="0" y="0"/>
            <a:ext cx="10689300" cy="731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2" name="Google Shape;1102;g3afcfb39b93_0_1022"/>
          <p:cNvSpPr/>
          <p:nvPr/>
        </p:nvSpPr>
        <p:spPr>
          <a:xfrm>
            <a:off x="274320" y="1371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課題発見シート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3" name="Google Shape;1103;g3afcfb39b93_0_1022"/>
          <p:cNvSpPr/>
          <p:nvPr/>
        </p:nvSpPr>
        <p:spPr>
          <a:xfrm>
            <a:off x="7772400" y="22860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4B942"/>
                </a:solidFill>
                <a:latin typeface="Arial"/>
                <a:ea typeface="Arial"/>
                <a:cs typeface="Arial"/>
                <a:sym typeface="Arial"/>
              </a:rPr>
              <a:t>KYOTO PLATEAU HACK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4" name="Google Shape;1104;g3afcfb39b93_0_1022"/>
          <p:cNvSpPr/>
          <p:nvPr/>
        </p:nvSpPr>
        <p:spPr>
          <a:xfrm>
            <a:off x="274326" y="868675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チーム名：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5" name="Google Shape;1105;g3afcfb39b93_0_1022"/>
          <p:cNvSpPr/>
          <p:nvPr/>
        </p:nvSpPr>
        <p:spPr>
          <a:xfrm>
            <a:off x="124551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6" name="Google Shape;1106;g3afcfb39b93_0_1022"/>
          <p:cNvSpPr/>
          <p:nvPr/>
        </p:nvSpPr>
        <p:spPr>
          <a:xfrm>
            <a:off x="3573076" y="868675"/>
            <a:ext cx="690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名前：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7" name="Google Shape;1107;g3afcfb39b93_0_1022"/>
          <p:cNvSpPr/>
          <p:nvPr/>
        </p:nvSpPr>
        <p:spPr>
          <a:xfrm>
            <a:off x="426303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8" name="Google Shape;1108;g3afcfb39b93_0_1022"/>
          <p:cNvSpPr/>
          <p:nvPr/>
        </p:nvSpPr>
        <p:spPr>
          <a:xfrm>
            <a:off x="274320" y="132588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9" name="Google Shape;1109;g3afcfb39b93_0_1022"/>
          <p:cNvSpPr/>
          <p:nvPr/>
        </p:nvSpPr>
        <p:spPr>
          <a:xfrm>
            <a:off x="502920" y="132588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京都で気になる課題を書き出そう（3つ以上）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0" name="Google Shape;1110;g3afcfb39b93_0_1022"/>
          <p:cNvSpPr/>
          <p:nvPr/>
        </p:nvSpPr>
        <p:spPr>
          <a:xfrm>
            <a:off x="502920" y="164592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テーマ：①京都駅前 ②京都のまちの物理的特徴 ③PLATEAU×オープンデータ（それ以外もOK）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1" name="Google Shape;1111;g3afcfb39b93_0_1022"/>
          <p:cNvSpPr/>
          <p:nvPr/>
        </p:nvSpPr>
        <p:spPr>
          <a:xfrm>
            <a:off x="27432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2" name="Google Shape;1112;g3afcfb39b93_0_1022"/>
          <p:cNvSpPr/>
          <p:nvPr/>
        </p:nvSpPr>
        <p:spPr>
          <a:xfrm>
            <a:off x="36576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3" name="Google Shape;1113;g3afcfb39b93_0_1022"/>
          <p:cNvSpPr/>
          <p:nvPr/>
        </p:nvSpPr>
        <p:spPr>
          <a:xfrm>
            <a:off x="283464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4" name="Google Shape;1114;g3afcfb39b93_0_1022"/>
          <p:cNvSpPr/>
          <p:nvPr/>
        </p:nvSpPr>
        <p:spPr>
          <a:xfrm>
            <a:off x="292608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5" name="Google Shape;1115;g3afcfb39b93_0_1022"/>
          <p:cNvSpPr/>
          <p:nvPr/>
        </p:nvSpPr>
        <p:spPr>
          <a:xfrm>
            <a:off x="539496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6" name="Google Shape;1116;g3afcfb39b93_0_1022"/>
          <p:cNvSpPr/>
          <p:nvPr/>
        </p:nvSpPr>
        <p:spPr>
          <a:xfrm>
            <a:off x="548640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7" name="Google Shape;1117;g3afcfb39b93_0_1022"/>
          <p:cNvSpPr/>
          <p:nvPr/>
        </p:nvSpPr>
        <p:spPr>
          <a:xfrm>
            <a:off x="795528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8" name="Google Shape;1118;g3afcfb39b93_0_1022"/>
          <p:cNvSpPr/>
          <p:nvPr/>
        </p:nvSpPr>
        <p:spPr>
          <a:xfrm>
            <a:off x="804672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9" name="Google Shape;1119;g3afcfb39b93_0_1022"/>
          <p:cNvSpPr/>
          <p:nvPr/>
        </p:nvSpPr>
        <p:spPr>
          <a:xfrm>
            <a:off x="274320" y="342900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0" name="Google Shape;1120;g3afcfb39b93_0_1022"/>
          <p:cNvSpPr/>
          <p:nvPr/>
        </p:nvSpPr>
        <p:spPr>
          <a:xfrm>
            <a:off x="502920" y="342900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一番気になる課題を選んで深掘りしよう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1" name="Google Shape;1121;g3afcfb39b93_0_1022"/>
          <p:cNvSpPr/>
          <p:nvPr/>
        </p:nvSpPr>
        <p:spPr>
          <a:xfrm>
            <a:off x="274320" y="388620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選んだ課題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2" name="Google Shape;1122;g3afcfb39b93_0_1022"/>
          <p:cNvSpPr/>
          <p:nvPr/>
        </p:nvSpPr>
        <p:spPr>
          <a:xfrm>
            <a:off x="274320" y="4160520"/>
            <a:ext cx="4846200" cy="5487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3" name="Google Shape;1123;g3afcfb39b93_0_1022"/>
          <p:cNvSpPr/>
          <p:nvPr/>
        </p:nvSpPr>
        <p:spPr>
          <a:xfrm>
            <a:off x="274320" y="480060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誰が困っている？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4" name="Google Shape;1124;g3afcfb39b93_0_1022"/>
          <p:cNvSpPr/>
          <p:nvPr/>
        </p:nvSpPr>
        <p:spPr>
          <a:xfrm>
            <a:off x="274320" y="5074920"/>
            <a:ext cx="48462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5" name="Google Shape;1125;g3afcfb39b93_0_1022"/>
          <p:cNvSpPr/>
          <p:nvPr/>
        </p:nvSpPr>
        <p:spPr>
          <a:xfrm>
            <a:off x="274320" y="580644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なぜ困っている？（原因・背景）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6" name="Google Shape;1126;g3afcfb39b93_0_1022"/>
          <p:cNvSpPr/>
          <p:nvPr/>
        </p:nvSpPr>
        <p:spPr>
          <a:xfrm>
            <a:off x="274320" y="6080760"/>
            <a:ext cx="48462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7" name="Google Shape;1127;g3afcfb39b93_0_1022"/>
          <p:cNvSpPr/>
          <p:nvPr/>
        </p:nvSpPr>
        <p:spPr>
          <a:xfrm>
            <a:off x="274320" y="681228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なぜあなたはこの課題が気になる？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8" name="Google Shape;1128;g3afcfb39b93_0_1022"/>
          <p:cNvSpPr/>
          <p:nvPr/>
        </p:nvSpPr>
        <p:spPr>
          <a:xfrm>
            <a:off x="274320" y="7086600"/>
            <a:ext cx="4846200" cy="36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9" name="Google Shape;1129;g3afcfb39b93_0_1022"/>
          <p:cNvSpPr/>
          <p:nvPr/>
        </p:nvSpPr>
        <p:spPr>
          <a:xfrm>
            <a:off x="5303520" y="3886200"/>
            <a:ext cx="502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課題のイメージ・メモ（自由に）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0" name="Google Shape;1130;g3afcfb39b93_0_1022"/>
          <p:cNvSpPr/>
          <p:nvPr/>
        </p:nvSpPr>
        <p:spPr>
          <a:xfrm>
            <a:off x="5303520" y="4160520"/>
            <a:ext cx="5029200" cy="3291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5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g3afcfb39b93_0_1056"/>
          <p:cNvSpPr/>
          <p:nvPr/>
        </p:nvSpPr>
        <p:spPr>
          <a:xfrm>
            <a:off x="0" y="0"/>
            <a:ext cx="10689300" cy="731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7" name="Google Shape;1137;g3afcfb39b93_0_1056"/>
          <p:cNvSpPr/>
          <p:nvPr/>
        </p:nvSpPr>
        <p:spPr>
          <a:xfrm>
            <a:off x="274320" y="1371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課題発見シート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8" name="Google Shape;1138;g3afcfb39b93_0_1056"/>
          <p:cNvSpPr/>
          <p:nvPr/>
        </p:nvSpPr>
        <p:spPr>
          <a:xfrm>
            <a:off x="7772400" y="22860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4B942"/>
                </a:solidFill>
                <a:latin typeface="Arial"/>
                <a:ea typeface="Arial"/>
                <a:cs typeface="Arial"/>
                <a:sym typeface="Arial"/>
              </a:rPr>
              <a:t>KYOTO PLATEAU HACK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9" name="Google Shape;1139;g3afcfb39b93_0_1056"/>
          <p:cNvSpPr/>
          <p:nvPr/>
        </p:nvSpPr>
        <p:spPr>
          <a:xfrm>
            <a:off x="274326" y="868675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チーム名：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0" name="Google Shape;1140;g3afcfb39b93_0_1056"/>
          <p:cNvSpPr/>
          <p:nvPr/>
        </p:nvSpPr>
        <p:spPr>
          <a:xfrm>
            <a:off x="124551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1" name="Google Shape;1141;g3afcfb39b93_0_1056"/>
          <p:cNvSpPr/>
          <p:nvPr/>
        </p:nvSpPr>
        <p:spPr>
          <a:xfrm>
            <a:off x="3573076" y="868675"/>
            <a:ext cx="690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名前：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2" name="Google Shape;1142;g3afcfb39b93_0_1056"/>
          <p:cNvSpPr/>
          <p:nvPr/>
        </p:nvSpPr>
        <p:spPr>
          <a:xfrm>
            <a:off x="426303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3" name="Google Shape;1143;g3afcfb39b93_0_1056"/>
          <p:cNvSpPr/>
          <p:nvPr/>
        </p:nvSpPr>
        <p:spPr>
          <a:xfrm>
            <a:off x="274320" y="132588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4" name="Google Shape;1144;g3afcfb39b93_0_1056"/>
          <p:cNvSpPr/>
          <p:nvPr/>
        </p:nvSpPr>
        <p:spPr>
          <a:xfrm>
            <a:off x="502920" y="132588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京都で気になる課題を書き出そう（3つ以上）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5" name="Google Shape;1145;g3afcfb39b93_0_1056"/>
          <p:cNvSpPr/>
          <p:nvPr/>
        </p:nvSpPr>
        <p:spPr>
          <a:xfrm>
            <a:off x="502920" y="164592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テーマ：①京都駅前 ②京都のまちの物理的特徴 ③PLATEAU×オープンデータ（それ以外もOK）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6" name="Google Shape;1146;g3afcfb39b93_0_1056"/>
          <p:cNvSpPr/>
          <p:nvPr/>
        </p:nvSpPr>
        <p:spPr>
          <a:xfrm>
            <a:off x="27432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7" name="Google Shape;1147;g3afcfb39b93_0_1056"/>
          <p:cNvSpPr/>
          <p:nvPr/>
        </p:nvSpPr>
        <p:spPr>
          <a:xfrm>
            <a:off x="36576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8" name="Google Shape;1148;g3afcfb39b93_0_1056"/>
          <p:cNvSpPr/>
          <p:nvPr/>
        </p:nvSpPr>
        <p:spPr>
          <a:xfrm>
            <a:off x="283464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9" name="Google Shape;1149;g3afcfb39b93_0_1056"/>
          <p:cNvSpPr/>
          <p:nvPr/>
        </p:nvSpPr>
        <p:spPr>
          <a:xfrm>
            <a:off x="292608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0" name="Google Shape;1150;g3afcfb39b93_0_1056"/>
          <p:cNvSpPr/>
          <p:nvPr/>
        </p:nvSpPr>
        <p:spPr>
          <a:xfrm>
            <a:off x="539496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1" name="Google Shape;1151;g3afcfb39b93_0_1056"/>
          <p:cNvSpPr/>
          <p:nvPr/>
        </p:nvSpPr>
        <p:spPr>
          <a:xfrm>
            <a:off x="548640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2" name="Google Shape;1152;g3afcfb39b93_0_1056"/>
          <p:cNvSpPr/>
          <p:nvPr/>
        </p:nvSpPr>
        <p:spPr>
          <a:xfrm>
            <a:off x="795528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3" name="Google Shape;1153;g3afcfb39b93_0_1056"/>
          <p:cNvSpPr/>
          <p:nvPr/>
        </p:nvSpPr>
        <p:spPr>
          <a:xfrm>
            <a:off x="804672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4" name="Google Shape;1154;g3afcfb39b93_0_1056"/>
          <p:cNvSpPr/>
          <p:nvPr/>
        </p:nvSpPr>
        <p:spPr>
          <a:xfrm>
            <a:off x="274320" y="342900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5" name="Google Shape;1155;g3afcfb39b93_0_1056"/>
          <p:cNvSpPr/>
          <p:nvPr/>
        </p:nvSpPr>
        <p:spPr>
          <a:xfrm>
            <a:off x="502920" y="342900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一番気になる課題を選んで深掘りしよう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6" name="Google Shape;1156;g3afcfb39b93_0_1056"/>
          <p:cNvSpPr/>
          <p:nvPr/>
        </p:nvSpPr>
        <p:spPr>
          <a:xfrm>
            <a:off x="274320" y="388620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選んだ課題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7" name="Google Shape;1157;g3afcfb39b93_0_1056"/>
          <p:cNvSpPr/>
          <p:nvPr/>
        </p:nvSpPr>
        <p:spPr>
          <a:xfrm>
            <a:off x="274320" y="4160520"/>
            <a:ext cx="4846200" cy="5487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8" name="Google Shape;1158;g3afcfb39b93_0_1056"/>
          <p:cNvSpPr/>
          <p:nvPr/>
        </p:nvSpPr>
        <p:spPr>
          <a:xfrm>
            <a:off x="274320" y="480060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誰が困っている？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9" name="Google Shape;1159;g3afcfb39b93_0_1056"/>
          <p:cNvSpPr/>
          <p:nvPr/>
        </p:nvSpPr>
        <p:spPr>
          <a:xfrm>
            <a:off x="274320" y="5074920"/>
            <a:ext cx="48462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0" name="Google Shape;1160;g3afcfb39b93_0_1056"/>
          <p:cNvSpPr/>
          <p:nvPr/>
        </p:nvSpPr>
        <p:spPr>
          <a:xfrm>
            <a:off x="274320" y="580644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なぜ困っている？（原因・背景）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1" name="Google Shape;1161;g3afcfb39b93_0_1056"/>
          <p:cNvSpPr/>
          <p:nvPr/>
        </p:nvSpPr>
        <p:spPr>
          <a:xfrm>
            <a:off x="274320" y="6080760"/>
            <a:ext cx="48462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2" name="Google Shape;1162;g3afcfb39b93_0_1056"/>
          <p:cNvSpPr/>
          <p:nvPr/>
        </p:nvSpPr>
        <p:spPr>
          <a:xfrm>
            <a:off x="274320" y="681228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なぜあなたはこの課題が気になる？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3" name="Google Shape;1163;g3afcfb39b93_0_1056"/>
          <p:cNvSpPr/>
          <p:nvPr/>
        </p:nvSpPr>
        <p:spPr>
          <a:xfrm>
            <a:off x="274320" y="7086600"/>
            <a:ext cx="4846200" cy="36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4" name="Google Shape;1164;g3afcfb39b93_0_1056"/>
          <p:cNvSpPr/>
          <p:nvPr/>
        </p:nvSpPr>
        <p:spPr>
          <a:xfrm>
            <a:off x="5303520" y="3886200"/>
            <a:ext cx="502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課題のイメージ・メモ（自由に）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5" name="Google Shape;1165;g3afcfb39b93_0_1056"/>
          <p:cNvSpPr/>
          <p:nvPr/>
        </p:nvSpPr>
        <p:spPr>
          <a:xfrm>
            <a:off x="5303520" y="4160520"/>
            <a:ext cx="5029200" cy="3291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g3afcfb39b93_0_1090"/>
          <p:cNvSpPr/>
          <p:nvPr/>
        </p:nvSpPr>
        <p:spPr>
          <a:xfrm>
            <a:off x="0" y="0"/>
            <a:ext cx="10689300" cy="731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2" name="Google Shape;1172;g3afcfb39b93_0_1090"/>
          <p:cNvSpPr/>
          <p:nvPr/>
        </p:nvSpPr>
        <p:spPr>
          <a:xfrm>
            <a:off x="274320" y="1371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課題発見シート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3" name="Google Shape;1173;g3afcfb39b93_0_1090"/>
          <p:cNvSpPr/>
          <p:nvPr/>
        </p:nvSpPr>
        <p:spPr>
          <a:xfrm>
            <a:off x="7772400" y="22860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4B942"/>
                </a:solidFill>
                <a:latin typeface="Arial"/>
                <a:ea typeface="Arial"/>
                <a:cs typeface="Arial"/>
                <a:sym typeface="Arial"/>
              </a:rPr>
              <a:t>KYOTO PLATEAU HACK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4" name="Google Shape;1174;g3afcfb39b93_0_1090"/>
          <p:cNvSpPr/>
          <p:nvPr/>
        </p:nvSpPr>
        <p:spPr>
          <a:xfrm>
            <a:off x="274326" y="868675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チーム名：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5" name="Google Shape;1175;g3afcfb39b93_0_1090"/>
          <p:cNvSpPr/>
          <p:nvPr/>
        </p:nvSpPr>
        <p:spPr>
          <a:xfrm>
            <a:off x="124551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6" name="Google Shape;1176;g3afcfb39b93_0_1090"/>
          <p:cNvSpPr/>
          <p:nvPr/>
        </p:nvSpPr>
        <p:spPr>
          <a:xfrm>
            <a:off x="3573076" y="868675"/>
            <a:ext cx="690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名前：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7" name="Google Shape;1177;g3afcfb39b93_0_1090"/>
          <p:cNvSpPr/>
          <p:nvPr/>
        </p:nvSpPr>
        <p:spPr>
          <a:xfrm>
            <a:off x="426303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8" name="Google Shape;1178;g3afcfb39b93_0_1090"/>
          <p:cNvSpPr/>
          <p:nvPr/>
        </p:nvSpPr>
        <p:spPr>
          <a:xfrm>
            <a:off x="274320" y="132588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9" name="Google Shape;1179;g3afcfb39b93_0_1090"/>
          <p:cNvSpPr/>
          <p:nvPr/>
        </p:nvSpPr>
        <p:spPr>
          <a:xfrm>
            <a:off x="502920" y="132588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京都で気になる課題を書き出そう（3つ以上）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0" name="Google Shape;1180;g3afcfb39b93_0_1090"/>
          <p:cNvSpPr/>
          <p:nvPr/>
        </p:nvSpPr>
        <p:spPr>
          <a:xfrm>
            <a:off x="502920" y="164592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テーマ：①京都駅前 ②京都のまちの物理的特徴 ③PLATEAU×オープンデータ（それ以外もOK）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1" name="Google Shape;1181;g3afcfb39b93_0_1090"/>
          <p:cNvSpPr/>
          <p:nvPr/>
        </p:nvSpPr>
        <p:spPr>
          <a:xfrm>
            <a:off x="27432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2" name="Google Shape;1182;g3afcfb39b93_0_1090"/>
          <p:cNvSpPr/>
          <p:nvPr/>
        </p:nvSpPr>
        <p:spPr>
          <a:xfrm>
            <a:off x="36576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3" name="Google Shape;1183;g3afcfb39b93_0_1090"/>
          <p:cNvSpPr/>
          <p:nvPr/>
        </p:nvSpPr>
        <p:spPr>
          <a:xfrm>
            <a:off x="283464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4" name="Google Shape;1184;g3afcfb39b93_0_1090"/>
          <p:cNvSpPr/>
          <p:nvPr/>
        </p:nvSpPr>
        <p:spPr>
          <a:xfrm>
            <a:off x="292608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5" name="Google Shape;1185;g3afcfb39b93_0_1090"/>
          <p:cNvSpPr/>
          <p:nvPr/>
        </p:nvSpPr>
        <p:spPr>
          <a:xfrm>
            <a:off x="539496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6" name="Google Shape;1186;g3afcfb39b93_0_1090"/>
          <p:cNvSpPr/>
          <p:nvPr/>
        </p:nvSpPr>
        <p:spPr>
          <a:xfrm>
            <a:off x="548640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7" name="Google Shape;1187;g3afcfb39b93_0_1090"/>
          <p:cNvSpPr/>
          <p:nvPr/>
        </p:nvSpPr>
        <p:spPr>
          <a:xfrm>
            <a:off x="795528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8" name="Google Shape;1188;g3afcfb39b93_0_1090"/>
          <p:cNvSpPr/>
          <p:nvPr/>
        </p:nvSpPr>
        <p:spPr>
          <a:xfrm>
            <a:off x="804672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9" name="Google Shape;1189;g3afcfb39b93_0_1090"/>
          <p:cNvSpPr/>
          <p:nvPr/>
        </p:nvSpPr>
        <p:spPr>
          <a:xfrm>
            <a:off x="274320" y="342900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0" name="Google Shape;1190;g3afcfb39b93_0_1090"/>
          <p:cNvSpPr/>
          <p:nvPr/>
        </p:nvSpPr>
        <p:spPr>
          <a:xfrm>
            <a:off x="502920" y="342900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一番気になる課題を選んで深掘りしよう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1" name="Google Shape;1191;g3afcfb39b93_0_1090"/>
          <p:cNvSpPr/>
          <p:nvPr/>
        </p:nvSpPr>
        <p:spPr>
          <a:xfrm>
            <a:off x="274320" y="388620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選んだ課題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2" name="Google Shape;1192;g3afcfb39b93_0_1090"/>
          <p:cNvSpPr/>
          <p:nvPr/>
        </p:nvSpPr>
        <p:spPr>
          <a:xfrm>
            <a:off x="274320" y="4160520"/>
            <a:ext cx="4846200" cy="5487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3" name="Google Shape;1193;g3afcfb39b93_0_1090"/>
          <p:cNvSpPr/>
          <p:nvPr/>
        </p:nvSpPr>
        <p:spPr>
          <a:xfrm>
            <a:off x="274320" y="480060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誰が困っている？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4" name="Google Shape;1194;g3afcfb39b93_0_1090"/>
          <p:cNvSpPr/>
          <p:nvPr/>
        </p:nvSpPr>
        <p:spPr>
          <a:xfrm>
            <a:off x="274320" y="5074920"/>
            <a:ext cx="48462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5" name="Google Shape;1195;g3afcfb39b93_0_1090"/>
          <p:cNvSpPr/>
          <p:nvPr/>
        </p:nvSpPr>
        <p:spPr>
          <a:xfrm>
            <a:off x="274320" y="580644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なぜ困っている？（原因・背景）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6" name="Google Shape;1196;g3afcfb39b93_0_1090"/>
          <p:cNvSpPr/>
          <p:nvPr/>
        </p:nvSpPr>
        <p:spPr>
          <a:xfrm>
            <a:off x="274320" y="6080760"/>
            <a:ext cx="48462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7" name="Google Shape;1197;g3afcfb39b93_0_1090"/>
          <p:cNvSpPr/>
          <p:nvPr/>
        </p:nvSpPr>
        <p:spPr>
          <a:xfrm>
            <a:off x="274320" y="681228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なぜあなたはこの課題が気になる？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8" name="Google Shape;1198;g3afcfb39b93_0_1090"/>
          <p:cNvSpPr/>
          <p:nvPr/>
        </p:nvSpPr>
        <p:spPr>
          <a:xfrm>
            <a:off x="274320" y="7086600"/>
            <a:ext cx="4846200" cy="36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9" name="Google Shape;1199;g3afcfb39b93_0_1090"/>
          <p:cNvSpPr/>
          <p:nvPr/>
        </p:nvSpPr>
        <p:spPr>
          <a:xfrm>
            <a:off x="5303520" y="3886200"/>
            <a:ext cx="502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課題のイメージ・メモ（自由に）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0" name="Google Shape;1200;g3afcfb39b93_0_1090"/>
          <p:cNvSpPr/>
          <p:nvPr/>
        </p:nvSpPr>
        <p:spPr>
          <a:xfrm>
            <a:off x="5303520" y="4160520"/>
            <a:ext cx="5029200" cy="3291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5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Google Shape;1206;g3afcfb39b93_0_1124"/>
          <p:cNvSpPr/>
          <p:nvPr/>
        </p:nvSpPr>
        <p:spPr>
          <a:xfrm>
            <a:off x="0" y="0"/>
            <a:ext cx="10689300" cy="731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7" name="Google Shape;1207;g3afcfb39b93_0_1124"/>
          <p:cNvSpPr/>
          <p:nvPr/>
        </p:nvSpPr>
        <p:spPr>
          <a:xfrm>
            <a:off x="274320" y="1371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課題発見シート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8" name="Google Shape;1208;g3afcfb39b93_0_1124"/>
          <p:cNvSpPr/>
          <p:nvPr/>
        </p:nvSpPr>
        <p:spPr>
          <a:xfrm>
            <a:off x="7772400" y="22860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4B942"/>
                </a:solidFill>
                <a:latin typeface="Arial"/>
                <a:ea typeface="Arial"/>
                <a:cs typeface="Arial"/>
                <a:sym typeface="Arial"/>
              </a:rPr>
              <a:t>KYOTO PLATEAU HACK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9" name="Google Shape;1209;g3afcfb39b93_0_1124"/>
          <p:cNvSpPr/>
          <p:nvPr/>
        </p:nvSpPr>
        <p:spPr>
          <a:xfrm>
            <a:off x="274326" y="868675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チーム名：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0" name="Google Shape;1210;g3afcfb39b93_0_1124"/>
          <p:cNvSpPr/>
          <p:nvPr/>
        </p:nvSpPr>
        <p:spPr>
          <a:xfrm>
            <a:off x="124551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1" name="Google Shape;1211;g3afcfb39b93_0_1124"/>
          <p:cNvSpPr/>
          <p:nvPr/>
        </p:nvSpPr>
        <p:spPr>
          <a:xfrm>
            <a:off x="3573076" y="868675"/>
            <a:ext cx="690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名前：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2" name="Google Shape;1212;g3afcfb39b93_0_1124"/>
          <p:cNvSpPr/>
          <p:nvPr/>
        </p:nvSpPr>
        <p:spPr>
          <a:xfrm>
            <a:off x="426303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3" name="Google Shape;1213;g3afcfb39b93_0_1124"/>
          <p:cNvSpPr/>
          <p:nvPr/>
        </p:nvSpPr>
        <p:spPr>
          <a:xfrm>
            <a:off x="274320" y="132588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4" name="Google Shape;1214;g3afcfb39b93_0_1124"/>
          <p:cNvSpPr/>
          <p:nvPr/>
        </p:nvSpPr>
        <p:spPr>
          <a:xfrm>
            <a:off x="502920" y="132588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京都で気になる課題を書き出そう（3つ以上）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5" name="Google Shape;1215;g3afcfb39b93_0_1124"/>
          <p:cNvSpPr/>
          <p:nvPr/>
        </p:nvSpPr>
        <p:spPr>
          <a:xfrm>
            <a:off x="502920" y="164592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テーマ：①京都駅前 ②京都のまちの物理的特徴 ③PLATEAU×オープンデータ（それ以外もOK）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6" name="Google Shape;1216;g3afcfb39b93_0_1124"/>
          <p:cNvSpPr/>
          <p:nvPr/>
        </p:nvSpPr>
        <p:spPr>
          <a:xfrm>
            <a:off x="27432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7" name="Google Shape;1217;g3afcfb39b93_0_1124"/>
          <p:cNvSpPr/>
          <p:nvPr/>
        </p:nvSpPr>
        <p:spPr>
          <a:xfrm>
            <a:off x="36576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8" name="Google Shape;1218;g3afcfb39b93_0_1124"/>
          <p:cNvSpPr/>
          <p:nvPr/>
        </p:nvSpPr>
        <p:spPr>
          <a:xfrm>
            <a:off x="283464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9" name="Google Shape;1219;g3afcfb39b93_0_1124"/>
          <p:cNvSpPr/>
          <p:nvPr/>
        </p:nvSpPr>
        <p:spPr>
          <a:xfrm>
            <a:off x="292608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0" name="Google Shape;1220;g3afcfb39b93_0_1124"/>
          <p:cNvSpPr/>
          <p:nvPr/>
        </p:nvSpPr>
        <p:spPr>
          <a:xfrm>
            <a:off x="539496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1" name="Google Shape;1221;g3afcfb39b93_0_1124"/>
          <p:cNvSpPr/>
          <p:nvPr/>
        </p:nvSpPr>
        <p:spPr>
          <a:xfrm>
            <a:off x="548640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2" name="Google Shape;1222;g3afcfb39b93_0_1124"/>
          <p:cNvSpPr/>
          <p:nvPr/>
        </p:nvSpPr>
        <p:spPr>
          <a:xfrm>
            <a:off x="795528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3" name="Google Shape;1223;g3afcfb39b93_0_1124"/>
          <p:cNvSpPr/>
          <p:nvPr/>
        </p:nvSpPr>
        <p:spPr>
          <a:xfrm>
            <a:off x="804672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4" name="Google Shape;1224;g3afcfb39b93_0_1124"/>
          <p:cNvSpPr/>
          <p:nvPr/>
        </p:nvSpPr>
        <p:spPr>
          <a:xfrm>
            <a:off x="274320" y="342900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5" name="Google Shape;1225;g3afcfb39b93_0_1124"/>
          <p:cNvSpPr/>
          <p:nvPr/>
        </p:nvSpPr>
        <p:spPr>
          <a:xfrm>
            <a:off x="502920" y="342900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一番気になる課題を選んで深掘りしよう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6" name="Google Shape;1226;g3afcfb39b93_0_1124"/>
          <p:cNvSpPr/>
          <p:nvPr/>
        </p:nvSpPr>
        <p:spPr>
          <a:xfrm>
            <a:off x="274320" y="388620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選んだ課題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7" name="Google Shape;1227;g3afcfb39b93_0_1124"/>
          <p:cNvSpPr/>
          <p:nvPr/>
        </p:nvSpPr>
        <p:spPr>
          <a:xfrm>
            <a:off x="274320" y="4160520"/>
            <a:ext cx="4846200" cy="5487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8" name="Google Shape;1228;g3afcfb39b93_0_1124"/>
          <p:cNvSpPr/>
          <p:nvPr/>
        </p:nvSpPr>
        <p:spPr>
          <a:xfrm>
            <a:off x="274320" y="480060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誰が困っている？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9" name="Google Shape;1229;g3afcfb39b93_0_1124"/>
          <p:cNvSpPr/>
          <p:nvPr/>
        </p:nvSpPr>
        <p:spPr>
          <a:xfrm>
            <a:off x="274320" y="5074920"/>
            <a:ext cx="48462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0" name="Google Shape;1230;g3afcfb39b93_0_1124"/>
          <p:cNvSpPr/>
          <p:nvPr/>
        </p:nvSpPr>
        <p:spPr>
          <a:xfrm>
            <a:off x="274320" y="580644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なぜ困っている？（原因・背景）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1" name="Google Shape;1231;g3afcfb39b93_0_1124"/>
          <p:cNvSpPr/>
          <p:nvPr/>
        </p:nvSpPr>
        <p:spPr>
          <a:xfrm>
            <a:off x="274320" y="6080760"/>
            <a:ext cx="48462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2" name="Google Shape;1232;g3afcfb39b93_0_1124"/>
          <p:cNvSpPr/>
          <p:nvPr/>
        </p:nvSpPr>
        <p:spPr>
          <a:xfrm>
            <a:off x="274320" y="681228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なぜあなたはこの課題が気になる？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3" name="Google Shape;1233;g3afcfb39b93_0_1124"/>
          <p:cNvSpPr/>
          <p:nvPr/>
        </p:nvSpPr>
        <p:spPr>
          <a:xfrm>
            <a:off x="274320" y="7086600"/>
            <a:ext cx="4846200" cy="36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4" name="Google Shape;1234;g3afcfb39b93_0_1124"/>
          <p:cNvSpPr/>
          <p:nvPr/>
        </p:nvSpPr>
        <p:spPr>
          <a:xfrm>
            <a:off x="5303520" y="3886200"/>
            <a:ext cx="502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課題のイメージ・メモ（自由に）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5" name="Google Shape;1235;g3afcfb39b93_0_1124"/>
          <p:cNvSpPr/>
          <p:nvPr/>
        </p:nvSpPr>
        <p:spPr>
          <a:xfrm>
            <a:off x="5303520" y="4160520"/>
            <a:ext cx="5029200" cy="3291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0" name="Shape 1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1" name="Google Shape;1241;g3afcfb39b93_0_1158"/>
          <p:cNvSpPr/>
          <p:nvPr/>
        </p:nvSpPr>
        <p:spPr>
          <a:xfrm>
            <a:off x="0" y="0"/>
            <a:ext cx="10689300" cy="731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2" name="Google Shape;1242;g3afcfb39b93_0_1158"/>
          <p:cNvSpPr/>
          <p:nvPr/>
        </p:nvSpPr>
        <p:spPr>
          <a:xfrm>
            <a:off x="274320" y="1371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課題発見シート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3" name="Google Shape;1243;g3afcfb39b93_0_1158"/>
          <p:cNvSpPr/>
          <p:nvPr/>
        </p:nvSpPr>
        <p:spPr>
          <a:xfrm>
            <a:off x="7772400" y="22860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4B942"/>
                </a:solidFill>
                <a:latin typeface="Arial"/>
                <a:ea typeface="Arial"/>
                <a:cs typeface="Arial"/>
                <a:sym typeface="Arial"/>
              </a:rPr>
              <a:t>KYOTO PLATEAU HACK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4" name="Google Shape;1244;g3afcfb39b93_0_1158"/>
          <p:cNvSpPr/>
          <p:nvPr/>
        </p:nvSpPr>
        <p:spPr>
          <a:xfrm>
            <a:off x="274326" y="868675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チーム名：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5" name="Google Shape;1245;g3afcfb39b93_0_1158"/>
          <p:cNvSpPr/>
          <p:nvPr/>
        </p:nvSpPr>
        <p:spPr>
          <a:xfrm>
            <a:off x="124551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6" name="Google Shape;1246;g3afcfb39b93_0_1158"/>
          <p:cNvSpPr/>
          <p:nvPr/>
        </p:nvSpPr>
        <p:spPr>
          <a:xfrm>
            <a:off x="3573076" y="868675"/>
            <a:ext cx="690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名前：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7" name="Google Shape;1247;g3afcfb39b93_0_1158"/>
          <p:cNvSpPr/>
          <p:nvPr/>
        </p:nvSpPr>
        <p:spPr>
          <a:xfrm>
            <a:off x="426303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8" name="Google Shape;1248;g3afcfb39b93_0_1158"/>
          <p:cNvSpPr/>
          <p:nvPr/>
        </p:nvSpPr>
        <p:spPr>
          <a:xfrm>
            <a:off x="274320" y="132588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9" name="Google Shape;1249;g3afcfb39b93_0_1158"/>
          <p:cNvSpPr/>
          <p:nvPr/>
        </p:nvSpPr>
        <p:spPr>
          <a:xfrm>
            <a:off x="502920" y="132588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京都で気になる課題を書き出そう（3つ以上）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0" name="Google Shape;1250;g3afcfb39b93_0_1158"/>
          <p:cNvSpPr/>
          <p:nvPr/>
        </p:nvSpPr>
        <p:spPr>
          <a:xfrm>
            <a:off x="502920" y="164592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テーマ：①京都駅前 ②京都のまちの物理的特徴 ③PLATEAU×オープンデータ（それ以外もOK）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1" name="Google Shape;1251;g3afcfb39b93_0_1158"/>
          <p:cNvSpPr/>
          <p:nvPr/>
        </p:nvSpPr>
        <p:spPr>
          <a:xfrm>
            <a:off x="27432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2" name="Google Shape;1252;g3afcfb39b93_0_1158"/>
          <p:cNvSpPr/>
          <p:nvPr/>
        </p:nvSpPr>
        <p:spPr>
          <a:xfrm>
            <a:off x="36576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3" name="Google Shape;1253;g3afcfb39b93_0_1158"/>
          <p:cNvSpPr/>
          <p:nvPr/>
        </p:nvSpPr>
        <p:spPr>
          <a:xfrm>
            <a:off x="283464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4" name="Google Shape;1254;g3afcfb39b93_0_1158"/>
          <p:cNvSpPr/>
          <p:nvPr/>
        </p:nvSpPr>
        <p:spPr>
          <a:xfrm>
            <a:off x="292608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5" name="Google Shape;1255;g3afcfb39b93_0_1158"/>
          <p:cNvSpPr/>
          <p:nvPr/>
        </p:nvSpPr>
        <p:spPr>
          <a:xfrm>
            <a:off x="539496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6" name="Google Shape;1256;g3afcfb39b93_0_1158"/>
          <p:cNvSpPr/>
          <p:nvPr/>
        </p:nvSpPr>
        <p:spPr>
          <a:xfrm>
            <a:off x="548640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7" name="Google Shape;1257;g3afcfb39b93_0_1158"/>
          <p:cNvSpPr/>
          <p:nvPr/>
        </p:nvSpPr>
        <p:spPr>
          <a:xfrm>
            <a:off x="795528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8" name="Google Shape;1258;g3afcfb39b93_0_1158"/>
          <p:cNvSpPr/>
          <p:nvPr/>
        </p:nvSpPr>
        <p:spPr>
          <a:xfrm>
            <a:off x="804672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9" name="Google Shape;1259;g3afcfb39b93_0_1158"/>
          <p:cNvSpPr/>
          <p:nvPr/>
        </p:nvSpPr>
        <p:spPr>
          <a:xfrm>
            <a:off x="274320" y="342900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0" name="Google Shape;1260;g3afcfb39b93_0_1158"/>
          <p:cNvSpPr/>
          <p:nvPr/>
        </p:nvSpPr>
        <p:spPr>
          <a:xfrm>
            <a:off x="502920" y="342900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一番気になる課題を選んで深掘りしよう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1" name="Google Shape;1261;g3afcfb39b93_0_1158"/>
          <p:cNvSpPr/>
          <p:nvPr/>
        </p:nvSpPr>
        <p:spPr>
          <a:xfrm>
            <a:off x="274320" y="388620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選んだ課題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2" name="Google Shape;1262;g3afcfb39b93_0_1158"/>
          <p:cNvSpPr/>
          <p:nvPr/>
        </p:nvSpPr>
        <p:spPr>
          <a:xfrm>
            <a:off x="274320" y="4160520"/>
            <a:ext cx="4846200" cy="5487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3" name="Google Shape;1263;g3afcfb39b93_0_1158"/>
          <p:cNvSpPr/>
          <p:nvPr/>
        </p:nvSpPr>
        <p:spPr>
          <a:xfrm>
            <a:off x="274320" y="480060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誰が困っている？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4" name="Google Shape;1264;g3afcfb39b93_0_1158"/>
          <p:cNvSpPr/>
          <p:nvPr/>
        </p:nvSpPr>
        <p:spPr>
          <a:xfrm>
            <a:off x="274320" y="5074920"/>
            <a:ext cx="48462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5" name="Google Shape;1265;g3afcfb39b93_0_1158"/>
          <p:cNvSpPr/>
          <p:nvPr/>
        </p:nvSpPr>
        <p:spPr>
          <a:xfrm>
            <a:off x="274320" y="580644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なぜ困っている？（原因・背景）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6" name="Google Shape;1266;g3afcfb39b93_0_1158"/>
          <p:cNvSpPr/>
          <p:nvPr/>
        </p:nvSpPr>
        <p:spPr>
          <a:xfrm>
            <a:off x="274320" y="6080760"/>
            <a:ext cx="48462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7" name="Google Shape;1267;g3afcfb39b93_0_1158"/>
          <p:cNvSpPr/>
          <p:nvPr/>
        </p:nvSpPr>
        <p:spPr>
          <a:xfrm>
            <a:off x="274320" y="681228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なぜあなたはこの課題が気になる？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8" name="Google Shape;1268;g3afcfb39b93_0_1158"/>
          <p:cNvSpPr/>
          <p:nvPr/>
        </p:nvSpPr>
        <p:spPr>
          <a:xfrm>
            <a:off x="274320" y="7086600"/>
            <a:ext cx="4846200" cy="36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9" name="Google Shape;1269;g3afcfb39b93_0_1158"/>
          <p:cNvSpPr/>
          <p:nvPr/>
        </p:nvSpPr>
        <p:spPr>
          <a:xfrm>
            <a:off x="5303520" y="3886200"/>
            <a:ext cx="502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課題のイメージ・メモ（自由に）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0" name="Google Shape;1270;g3afcfb39b93_0_1158"/>
          <p:cNvSpPr/>
          <p:nvPr/>
        </p:nvSpPr>
        <p:spPr>
          <a:xfrm>
            <a:off x="5303520" y="4160520"/>
            <a:ext cx="5029200" cy="3291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5" name="Shape 1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Google Shape;1276;g3afcfb39b93_0_1192"/>
          <p:cNvSpPr/>
          <p:nvPr/>
        </p:nvSpPr>
        <p:spPr>
          <a:xfrm>
            <a:off x="0" y="0"/>
            <a:ext cx="10689300" cy="731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7" name="Google Shape;1277;g3afcfb39b93_0_1192"/>
          <p:cNvSpPr/>
          <p:nvPr/>
        </p:nvSpPr>
        <p:spPr>
          <a:xfrm>
            <a:off x="274320" y="1371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課題発見シート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8" name="Google Shape;1278;g3afcfb39b93_0_1192"/>
          <p:cNvSpPr/>
          <p:nvPr/>
        </p:nvSpPr>
        <p:spPr>
          <a:xfrm>
            <a:off x="7772400" y="22860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4B942"/>
                </a:solidFill>
                <a:latin typeface="Arial"/>
                <a:ea typeface="Arial"/>
                <a:cs typeface="Arial"/>
                <a:sym typeface="Arial"/>
              </a:rPr>
              <a:t>KYOTO PLATEAU HACK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9" name="Google Shape;1279;g3afcfb39b93_0_1192"/>
          <p:cNvSpPr/>
          <p:nvPr/>
        </p:nvSpPr>
        <p:spPr>
          <a:xfrm>
            <a:off x="274326" y="868675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チーム名：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0" name="Google Shape;1280;g3afcfb39b93_0_1192"/>
          <p:cNvSpPr/>
          <p:nvPr/>
        </p:nvSpPr>
        <p:spPr>
          <a:xfrm>
            <a:off x="124551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1" name="Google Shape;1281;g3afcfb39b93_0_1192"/>
          <p:cNvSpPr/>
          <p:nvPr/>
        </p:nvSpPr>
        <p:spPr>
          <a:xfrm>
            <a:off x="3573076" y="868675"/>
            <a:ext cx="690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名前：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2" name="Google Shape;1282;g3afcfb39b93_0_1192"/>
          <p:cNvSpPr/>
          <p:nvPr/>
        </p:nvSpPr>
        <p:spPr>
          <a:xfrm>
            <a:off x="426303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3" name="Google Shape;1283;g3afcfb39b93_0_1192"/>
          <p:cNvSpPr/>
          <p:nvPr/>
        </p:nvSpPr>
        <p:spPr>
          <a:xfrm>
            <a:off x="274320" y="132588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4" name="Google Shape;1284;g3afcfb39b93_0_1192"/>
          <p:cNvSpPr/>
          <p:nvPr/>
        </p:nvSpPr>
        <p:spPr>
          <a:xfrm>
            <a:off x="502920" y="132588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京都で気になる課題を書き出そう（3つ以上）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5" name="Google Shape;1285;g3afcfb39b93_0_1192"/>
          <p:cNvSpPr/>
          <p:nvPr/>
        </p:nvSpPr>
        <p:spPr>
          <a:xfrm>
            <a:off x="502920" y="164592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テーマ：①京都駅前 ②京都のまちの物理的特徴 ③PLATEAU×オープンデータ（それ以外もOK）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6" name="Google Shape;1286;g3afcfb39b93_0_1192"/>
          <p:cNvSpPr/>
          <p:nvPr/>
        </p:nvSpPr>
        <p:spPr>
          <a:xfrm>
            <a:off x="27432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7" name="Google Shape;1287;g3afcfb39b93_0_1192"/>
          <p:cNvSpPr/>
          <p:nvPr/>
        </p:nvSpPr>
        <p:spPr>
          <a:xfrm>
            <a:off x="36576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8" name="Google Shape;1288;g3afcfb39b93_0_1192"/>
          <p:cNvSpPr/>
          <p:nvPr/>
        </p:nvSpPr>
        <p:spPr>
          <a:xfrm>
            <a:off x="283464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9" name="Google Shape;1289;g3afcfb39b93_0_1192"/>
          <p:cNvSpPr/>
          <p:nvPr/>
        </p:nvSpPr>
        <p:spPr>
          <a:xfrm>
            <a:off x="292608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0" name="Google Shape;1290;g3afcfb39b93_0_1192"/>
          <p:cNvSpPr/>
          <p:nvPr/>
        </p:nvSpPr>
        <p:spPr>
          <a:xfrm>
            <a:off x="539496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1" name="Google Shape;1291;g3afcfb39b93_0_1192"/>
          <p:cNvSpPr/>
          <p:nvPr/>
        </p:nvSpPr>
        <p:spPr>
          <a:xfrm>
            <a:off x="548640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2" name="Google Shape;1292;g3afcfb39b93_0_1192"/>
          <p:cNvSpPr/>
          <p:nvPr/>
        </p:nvSpPr>
        <p:spPr>
          <a:xfrm>
            <a:off x="795528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3" name="Google Shape;1293;g3afcfb39b93_0_1192"/>
          <p:cNvSpPr/>
          <p:nvPr/>
        </p:nvSpPr>
        <p:spPr>
          <a:xfrm>
            <a:off x="804672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4" name="Google Shape;1294;g3afcfb39b93_0_1192"/>
          <p:cNvSpPr/>
          <p:nvPr/>
        </p:nvSpPr>
        <p:spPr>
          <a:xfrm>
            <a:off x="274320" y="342900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5" name="Google Shape;1295;g3afcfb39b93_0_1192"/>
          <p:cNvSpPr/>
          <p:nvPr/>
        </p:nvSpPr>
        <p:spPr>
          <a:xfrm>
            <a:off x="502920" y="342900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一番気になる課題を選んで深掘りしよう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6" name="Google Shape;1296;g3afcfb39b93_0_1192"/>
          <p:cNvSpPr/>
          <p:nvPr/>
        </p:nvSpPr>
        <p:spPr>
          <a:xfrm>
            <a:off x="274320" y="388620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選んだ課題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7" name="Google Shape;1297;g3afcfb39b93_0_1192"/>
          <p:cNvSpPr/>
          <p:nvPr/>
        </p:nvSpPr>
        <p:spPr>
          <a:xfrm>
            <a:off x="274320" y="4160520"/>
            <a:ext cx="4846200" cy="5487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8" name="Google Shape;1298;g3afcfb39b93_0_1192"/>
          <p:cNvSpPr/>
          <p:nvPr/>
        </p:nvSpPr>
        <p:spPr>
          <a:xfrm>
            <a:off x="274320" y="480060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誰が困っている？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9" name="Google Shape;1299;g3afcfb39b93_0_1192"/>
          <p:cNvSpPr/>
          <p:nvPr/>
        </p:nvSpPr>
        <p:spPr>
          <a:xfrm>
            <a:off x="274320" y="5074920"/>
            <a:ext cx="48462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0" name="Google Shape;1300;g3afcfb39b93_0_1192"/>
          <p:cNvSpPr/>
          <p:nvPr/>
        </p:nvSpPr>
        <p:spPr>
          <a:xfrm>
            <a:off x="274320" y="580644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なぜ困っている？（原因・背景）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1" name="Google Shape;1301;g3afcfb39b93_0_1192"/>
          <p:cNvSpPr/>
          <p:nvPr/>
        </p:nvSpPr>
        <p:spPr>
          <a:xfrm>
            <a:off x="274320" y="6080760"/>
            <a:ext cx="48462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2" name="Google Shape;1302;g3afcfb39b93_0_1192"/>
          <p:cNvSpPr/>
          <p:nvPr/>
        </p:nvSpPr>
        <p:spPr>
          <a:xfrm>
            <a:off x="274320" y="681228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なぜあなたはこの課題が気になる？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3" name="Google Shape;1303;g3afcfb39b93_0_1192"/>
          <p:cNvSpPr/>
          <p:nvPr/>
        </p:nvSpPr>
        <p:spPr>
          <a:xfrm>
            <a:off x="274320" y="7086600"/>
            <a:ext cx="4846200" cy="36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4" name="Google Shape;1304;g3afcfb39b93_0_1192"/>
          <p:cNvSpPr/>
          <p:nvPr/>
        </p:nvSpPr>
        <p:spPr>
          <a:xfrm>
            <a:off x="5303520" y="3886200"/>
            <a:ext cx="502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課題のイメージ・メモ（自由に）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5" name="Google Shape;1305;g3afcfb39b93_0_1192"/>
          <p:cNvSpPr/>
          <p:nvPr/>
        </p:nvSpPr>
        <p:spPr>
          <a:xfrm>
            <a:off x="5303520" y="4160520"/>
            <a:ext cx="5029200" cy="3291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0" name="Shape 1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1" name="Google Shape;1311;g3afcfb39b93_0_1226"/>
          <p:cNvSpPr/>
          <p:nvPr/>
        </p:nvSpPr>
        <p:spPr>
          <a:xfrm>
            <a:off x="0" y="0"/>
            <a:ext cx="10689300" cy="731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2" name="Google Shape;1312;g3afcfb39b93_0_1226"/>
          <p:cNvSpPr/>
          <p:nvPr/>
        </p:nvSpPr>
        <p:spPr>
          <a:xfrm>
            <a:off x="274320" y="1371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課題発見シート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3" name="Google Shape;1313;g3afcfb39b93_0_1226"/>
          <p:cNvSpPr/>
          <p:nvPr/>
        </p:nvSpPr>
        <p:spPr>
          <a:xfrm>
            <a:off x="7772400" y="22860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4B942"/>
                </a:solidFill>
                <a:latin typeface="Arial"/>
                <a:ea typeface="Arial"/>
                <a:cs typeface="Arial"/>
                <a:sym typeface="Arial"/>
              </a:rPr>
              <a:t>KYOTO PLATEAU HACK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4" name="Google Shape;1314;g3afcfb39b93_0_1226"/>
          <p:cNvSpPr/>
          <p:nvPr/>
        </p:nvSpPr>
        <p:spPr>
          <a:xfrm>
            <a:off x="274326" y="868675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チーム名：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5" name="Google Shape;1315;g3afcfb39b93_0_1226"/>
          <p:cNvSpPr/>
          <p:nvPr/>
        </p:nvSpPr>
        <p:spPr>
          <a:xfrm>
            <a:off x="124551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6" name="Google Shape;1316;g3afcfb39b93_0_1226"/>
          <p:cNvSpPr/>
          <p:nvPr/>
        </p:nvSpPr>
        <p:spPr>
          <a:xfrm>
            <a:off x="3573076" y="868675"/>
            <a:ext cx="690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名前：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7" name="Google Shape;1317;g3afcfb39b93_0_1226"/>
          <p:cNvSpPr/>
          <p:nvPr/>
        </p:nvSpPr>
        <p:spPr>
          <a:xfrm>
            <a:off x="426303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8" name="Google Shape;1318;g3afcfb39b93_0_1226"/>
          <p:cNvSpPr/>
          <p:nvPr/>
        </p:nvSpPr>
        <p:spPr>
          <a:xfrm>
            <a:off x="274320" y="132588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9" name="Google Shape;1319;g3afcfb39b93_0_1226"/>
          <p:cNvSpPr/>
          <p:nvPr/>
        </p:nvSpPr>
        <p:spPr>
          <a:xfrm>
            <a:off x="502920" y="132588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京都で気になる課題を書き出そう（3つ以上）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0" name="Google Shape;1320;g3afcfb39b93_0_1226"/>
          <p:cNvSpPr/>
          <p:nvPr/>
        </p:nvSpPr>
        <p:spPr>
          <a:xfrm>
            <a:off x="502920" y="164592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テーマ：①京都駅前 ②京都のまちの物理的特徴 ③PLATEAU×オープンデータ（それ以外もOK）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1" name="Google Shape;1321;g3afcfb39b93_0_1226"/>
          <p:cNvSpPr/>
          <p:nvPr/>
        </p:nvSpPr>
        <p:spPr>
          <a:xfrm>
            <a:off x="27432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2" name="Google Shape;1322;g3afcfb39b93_0_1226"/>
          <p:cNvSpPr/>
          <p:nvPr/>
        </p:nvSpPr>
        <p:spPr>
          <a:xfrm>
            <a:off x="36576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3" name="Google Shape;1323;g3afcfb39b93_0_1226"/>
          <p:cNvSpPr/>
          <p:nvPr/>
        </p:nvSpPr>
        <p:spPr>
          <a:xfrm>
            <a:off x="283464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4" name="Google Shape;1324;g3afcfb39b93_0_1226"/>
          <p:cNvSpPr/>
          <p:nvPr/>
        </p:nvSpPr>
        <p:spPr>
          <a:xfrm>
            <a:off x="292608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5" name="Google Shape;1325;g3afcfb39b93_0_1226"/>
          <p:cNvSpPr/>
          <p:nvPr/>
        </p:nvSpPr>
        <p:spPr>
          <a:xfrm>
            <a:off x="539496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6" name="Google Shape;1326;g3afcfb39b93_0_1226"/>
          <p:cNvSpPr/>
          <p:nvPr/>
        </p:nvSpPr>
        <p:spPr>
          <a:xfrm>
            <a:off x="548640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7" name="Google Shape;1327;g3afcfb39b93_0_1226"/>
          <p:cNvSpPr/>
          <p:nvPr/>
        </p:nvSpPr>
        <p:spPr>
          <a:xfrm>
            <a:off x="795528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8" name="Google Shape;1328;g3afcfb39b93_0_1226"/>
          <p:cNvSpPr/>
          <p:nvPr/>
        </p:nvSpPr>
        <p:spPr>
          <a:xfrm>
            <a:off x="804672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9" name="Google Shape;1329;g3afcfb39b93_0_1226"/>
          <p:cNvSpPr/>
          <p:nvPr/>
        </p:nvSpPr>
        <p:spPr>
          <a:xfrm>
            <a:off x="274320" y="342900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0" name="Google Shape;1330;g3afcfb39b93_0_1226"/>
          <p:cNvSpPr/>
          <p:nvPr/>
        </p:nvSpPr>
        <p:spPr>
          <a:xfrm>
            <a:off x="502920" y="342900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一番気になる課題を選んで深掘りしよう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1" name="Google Shape;1331;g3afcfb39b93_0_1226"/>
          <p:cNvSpPr/>
          <p:nvPr/>
        </p:nvSpPr>
        <p:spPr>
          <a:xfrm>
            <a:off x="274320" y="388620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選んだ課題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2" name="Google Shape;1332;g3afcfb39b93_0_1226"/>
          <p:cNvSpPr/>
          <p:nvPr/>
        </p:nvSpPr>
        <p:spPr>
          <a:xfrm>
            <a:off x="274320" y="4160520"/>
            <a:ext cx="4846200" cy="5487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3" name="Google Shape;1333;g3afcfb39b93_0_1226"/>
          <p:cNvSpPr/>
          <p:nvPr/>
        </p:nvSpPr>
        <p:spPr>
          <a:xfrm>
            <a:off x="274320" y="480060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誰が困っている？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4" name="Google Shape;1334;g3afcfb39b93_0_1226"/>
          <p:cNvSpPr/>
          <p:nvPr/>
        </p:nvSpPr>
        <p:spPr>
          <a:xfrm>
            <a:off x="274320" y="5074920"/>
            <a:ext cx="48462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5" name="Google Shape;1335;g3afcfb39b93_0_1226"/>
          <p:cNvSpPr/>
          <p:nvPr/>
        </p:nvSpPr>
        <p:spPr>
          <a:xfrm>
            <a:off x="274320" y="580644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なぜ困っている？（原因・背景）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6" name="Google Shape;1336;g3afcfb39b93_0_1226"/>
          <p:cNvSpPr/>
          <p:nvPr/>
        </p:nvSpPr>
        <p:spPr>
          <a:xfrm>
            <a:off x="274320" y="6080760"/>
            <a:ext cx="48462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7" name="Google Shape;1337;g3afcfb39b93_0_1226"/>
          <p:cNvSpPr/>
          <p:nvPr/>
        </p:nvSpPr>
        <p:spPr>
          <a:xfrm>
            <a:off x="274320" y="681228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なぜあなたはこの課題が気になる？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8" name="Google Shape;1338;g3afcfb39b93_0_1226"/>
          <p:cNvSpPr/>
          <p:nvPr/>
        </p:nvSpPr>
        <p:spPr>
          <a:xfrm>
            <a:off x="274320" y="7086600"/>
            <a:ext cx="4846200" cy="36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9" name="Google Shape;1339;g3afcfb39b93_0_1226"/>
          <p:cNvSpPr/>
          <p:nvPr/>
        </p:nvSpPr>
        <p:spPr>
          <a:xfrm>
            <a:off x="5303520" y="3886200"/>
            <a:ext cx="502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課題のイメージ・メモ（自由に）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0" name="Google Shape;1340;g3afcfb39b93_0_1226"/>
          <p:cNvSpPr/>
          <p:nvPr/>
        </p:nvSpPr>
        <p:spPr>
          <a:xfrm>
            <a:off x="5303520" y="4160520"/>
            <a:ext cx="5029200" cy="3291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5" name="Shape 1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Google Shape;1346;g3afcfb39b93_0_1260"/>
          <p:cNvSpPr/>
          <p:nvPr/>
        </p:nvSpPr>
        <p:spPr>
          <a:xfrm>
            <a:off x="0" y="0"/>
            <a:ext cx="10689300" cy="731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7" name="Google Shape;1347;g3afcfb39b93_0_1260"/>
          <p:cNvSpPr/>
          <p:nvPr/>
        </p:nvSpPr>
        <p:spPr>
          <a:xfrm>
            <a:off x="274320" y="1371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課題発見シート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8" name="Google Shape;1348;g3afcfb39b93_0_1260"/>
          <p:cNvSpPr/>
          <p:nvPr/>
        </p:nvSpPr>
        <p:spPr>
          <a:xfrm>
            <a:off x="7772400" y="22860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4B942"/>
                </a:solidFill>
                <a:latin typeface="Arial"/>
                <a:ea typeface="Arial"/>
                <a:cs typeface="Arial"/>
                <a:sym typeface="Arial"/>
              </a:rPr>
              <a:t>KYOTO PLATEAU HACK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9" name="Google Shape;1349;g3afcfb39b93_0_1260"/>
          <p:cNvSpPr/>
          <p:nvPr/>
        </p:nvSpPr>
        <p:spPr>
          <a:xfrm>
            <a:off x="274326" y="868675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チーム名：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0" name="Google Shape;1350;g3afcfb39b93_0_1260"/>
          <p:cNvSpPr/>
          <p:nvPr/>
        </p:nvSpPr>
        <p:spPr>
          <a:xfrm>
            <a:off x="124551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1" name="Google Shape;1351;g3afcfb39b93_0_1260"/>
          <p:cNvSpPr/>
          <p:nvPr/>
        </p:nvSpPr>
        <p:spPr>
          <a:xfrm>
            <a:off x="3573076" y="868675"/>
            <a:ext cx="690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名前：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2" name="Google Shape;1352;g3afcfb39b93_0_1260"/>
          <p:cNvSpPr/>
          <p:nvPr/>
        </p:nvSpPr>
        <p:spPr>
          <a:xfrm>
            <a:off x="426303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3" name="Google Shape;1353;g3afcfb39b93_0_1260"/>
          <p:cNvSpPr/>
          <p:nvPr/>
        </p:nvSpPr>
        <p:spPr>
          <a:xfrm>
            <a:off x="274320" y="132588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4" name="Google Shape;1354;g3afcfb39b93_0_1260"/>
          <p:cNvSpPr/>
          <p:nvPr/>
        </p:nvSpPr>
        <p:spPr>
          <a:xfrm>
            <a:off x="502920" y="132588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京都で気になる課題を書き出そう（3つ以上）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5" name="Google Shape;1355;g3afcfb39b93_0_1260"/>
          <p:cNvSpPr/>
          <p:nvPr/>
        </p:nvSpPr>
        <p:spPr>
          <a:xfrm>
            <a:off x="502920" y="164592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テーマ：①京都駅前 ②京都のまちの物理的特徴 ③PLATEAU×オープンデータ（それ以外もOK）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6" name="Google Shape;1356;g3afcfb39b93_0_1260"/>
          <p:cNvSpPr/>
          <p:nvPr/>
        </p:nvSpPr>
        <p:spPr>
          <a:xfrm>
            <a:off x="27432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7" name="Google Shape;1357;g3afcfb39b93_0_1260"/>
          <p:cNvSpPr/>
          <p:nvPr/>
        </p:nvSpPr>
        <p:spPr>
          <a:xfrm>
            <a:off x="36576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8" name="Google Shape;1358;g3afcfb39b93_0_1260"/>
          <p:cNvSpPr/>
          <p:nvPr/>
        </p:nvSpPr>
        <p:spPr>
          <a:xfrm>
            <a:off x="283464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9" name="Google Shape;1359;g3afcfb39b93_0_1260"/>
          <p:cNvSpPr/>
          <p:nvPr/>
        </p:nvSpPr>
        <p:spPr>
          <a:xfrm>
            <a:off x="292608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0" name="Google Shape;1360;g3afcfb39b93_0_1260"/>
          <p:cNvSpPr/>
          <p:nvPr/>
        </p:nvSpPr>
        <p:spPr>
          <a:xfrm>
            <a:off x="539496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1" name="Google Shape;1361;g3afcfb39b93_0_1260"/>
          <p:cNvSpPr/>
          <p:nvPr/>
        </p:nvSpPr>
        <p:spPr>
          <a:xfrm>
            <a:off x="548640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2" name="Google Shape;1362;g3afcfb39b93_0_1260"/>
          <p:cNvSpPr/>
          <p:nvPr/>
        </p:nvSpPr>
        <p:spPr>
          <a:xfrm>
            <a:off x="795528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3" name="Google Shape;1363;g3afcfb39b93_0_1260"/>
          <p:cNvSpPr/>
          <p:nvPr/>
        </p:nvSpPr>
        <p:spPr>
          <a:xfrm>
            <a:off x="804672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4" name="Google Shape;1364;g3afcfb39b93_0_1260"/>
          <p:cNvSpPr/>
          <p:nvPr/>
        </p:nvSpPr>
        <p:spPr>
          <a:xfrm>
            <a:off x="274320" y="342900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5" name="Google Shape;1365;g3afcfb39b93_0_1260"/>
          <p:cNvSpPr/>
          <p:nvPr/>
        </p:nvSpPr>
        <p:spPr>
          <a:xfrm>
            <a:off x="502920" y="342900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一番気になる課題を選んで深掘りしよう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6" name="Google Shape;1366;g3afcfb39b93_0_1260"/>
          <p:cNvSpPr/>
          <p:nvPr/>
        </p:nvSpPr>
        <p:spPr>
          <a:xfrm>
            <a:off x="274320" y="388620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選んだ課題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7" name="Google Shape;1367;g3afcfb39b93_0_1260"/>
          <p:cNvSpPr/>
          <p:nvPr/>
        </p:nvSpPr>
        <p:spPr>
          <a:xfrm>
            <a:off x="274320" y="4160520"/>
            <a:ext cx="4846200" cy="5487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8" name="Google Shape;1368;g3afcfb39b93_0_1260"/>
          <p:cNvSpPr/>
          <p:nvPr/>
        </p:nvSpPr>
        <p:spPr>
          <a:xfrm>
            <a:off x="274320" y="480060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誰が困っている？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9" name="Google Shape;1369;g3afcfb39b93_0_1260"/>
          <p:cNvSpPr/>
          <p:nvPr/>
        </p:nvSpPr>
        <p:spPr>
          <a:xfrm>
            <a:off x="274320" y="5074920"/>
            <a:ext cx="48462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0" name="Google Shape;1370;g3afcfb39b93_0_1260"/>
          <p:cNvSpPr/>
          <p:nvPr/>
        </p:nvSpPr>
        <p:spPr>
          <a:xfrm>
            <a:off x="274320" y="580644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なぜ困っている？（原因・背景）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1" name="Google Shape;1371;g3afcfb39b93_0_1260"/>
          <p:cNvSpPr/>
          <p:nvPr/>
        </p:nvSpPr>
        <p:spPr>
          <a:xfrm>
            <a:off x="274320" y="6080760"/>
            <a:ext cx="48462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2" name="Google Shape;1372;g3afcfb39b93_0_1260"/>
          <p:cNvSpPr/>
          <p:nvPr/>
        </p:nvSpPr>
        <p:spPr>
          <a:xfrm>
            <a:off x="274320" y="681228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なぜあなたはこの課題が気になる？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3" name="Google Shape;1373;g3afcfb39b93_0_1260"/>
          <p:cNvSpPr/>
          <p:nvPr/>
        </p:nvSpPr>
        <p:spPr>
          <a:xfrm>
            <a:off x="274320" y="7086600"/>
            <a:ext cx="4846200" cy="36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4" name="Google Shape;1374;g3afcfb39b93_0_1260"/>
          <p:cNvSpPr/>
          <p:nvPr/>
        </p:nvSpPr>
        <p:spPr>
          <a:xfrm>
            <a:off x="5303520" y="3886200"/>
            <a:ext cx="502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課題のイメージ・メモ（自由に）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5" name="Google Shape;1375;g3afcfb39b93_0_1260"/>
          <p:cNvSpPr/>
          <p:nvPr/>
        </p:nvSpPr>
        <p:spPr>
          <a:xfrm>
            <a:off x="5303520" y="4160520"/>
            <a:ext cx="5029200" cy="3291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0" name="Shape 1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" name="Google Shape;1381;g3afcfb39b93_0_1294"/>
          <p:cNvSpPr/>
          <p:nvPr/>
        </p:nvSpPr>
        <p:spPr>
          <a:xfrm>
            <a:off x="0" y="0"/>
            <a:ext cx="10689300" cy="731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2" name="Google Shape;1382;g3afcfb39b93_0_1294"/>
          <p:cNvSpPr/>
          <p:nvPr/>
        </p:nvSpPr>
        <p:spPr>
          <a:xfrm>
            <a:off x="274320" y="1371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課題発見シート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3" name="Google Shape;1383;g3afcfb39b93_0_1294"/>
          <p:cNvSpPr/>
          <p:nvPr/>
        </p:nvSpPr>
        <p:spPr>
          <a:xfrm>
            <a:off x="7772400" y="22860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4B942"/>
                </a:solidFill>
                <a:latin typeface="Arial"/>
                <a:ea typeface="Arial"/>
                <a:cs typeface="Arial"/>
                <a:sym typeface="Arial"/>
              </a:rPr>
              <a:t>KYOTO PLATEAU HACK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4" name="Google Shape;1384;g3afcfb39b93_0_1294"/>
          <p:cNvSpPr/>
          <p:nvPr/>
        </p:nvSpPr>
        <p:spPr>
          <a:xfrm>
            <a:off x="274326" y="868675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チーム名：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5" name="Google Shape;1385;g3afcfb39b93_0_1294"/>
          <p:cNvSpPr/>
          <p:nvPr/>
        </p:nvSpPr>
        <p:spPr>
          <a:xfrm>
            <a:off x="124551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6" name="Google Shape;1386;g3afcfb39b93_0_1294"/>
          <p:cNvSpPr/>
          <p:nvPr/>
        </p:nvSpPr>
        <p:spPr>
          <a:xfrm>
            <a:off x="3573076" y="868675"/>
            <a:ext cx="690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名前：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7" name="Google Shape;1387;g3afcfb39b93_0_1294"/>
          <p:cNvSpPr/>
          <p:nvPr/>
        </p:nvSpPr>
        <p:spPr>
          <a:xfrm>
            <a:off x="426303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8" name="Google Shape;1388;g3afcfb39b93_0_1294"/>
          <p:cNvSpPr/>
          <p:nvPr/>
        </p:nvSpPr>
        <p:spPr>
          <a:xfrm>
            <a:off x="274320" y="132588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9" name="Google Shape;1389;g3afcfb39b93_0_1294"/>
          <p:cNvSpPr/>
          <p:nvPr/>
        </p:nvSpPr>
        <p:spPr>
          <a:xfrm>
            <a:off x="502920" y="132588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京都で気になる課題を書き出そう（3つ以上）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0" name="Google Shape;1390;g3afcfb39b93_0_1294"/>
          <p:cNvSpPr/>
          <p:nvPr/>
        </p:nvSpPr>
        <p:spPr>
          <a:xfrm>
            <a:off x="502920" y="164592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テーマ：①京都駅前 ②京都のまちの物理的特徴 ③PLATEAU×オープンデータ（それ以外もOK）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1" name="Google Shape;1391;g3afcfb39b93_0_1294"/>
          <p:cNvSpPr/>
          <p:nvPr/>
        </p:nvSpPr>
        <p:spPr>
          <a:xfrm>
            <a:off x="27432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2" name="Google Shape;1392;g3afcfb39b93_0_1294"/>
          <p:cNvSpPr/>
          <p:nvPr/>
        </p:nvSpPr>
        <p:spPr>
          <a:xfrm>
            <a:off x="36576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3" name="Google Shape;1393;g3afcfb39b93_0_1294"/>
          <p:cNvSpPr/>
          <p:nvPr/>
        </p:nvSpPr>
        <p:spPr>
          <a:xfrm>
            <a:off x="283464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4" name="Google Shape;1394;g3afcfb39b93_0_1294"/>
          <p:cNvSpPr/>
          <p:nvPr/>
        </p:nvSpPr>
        <p:spPr>
          <a:xfrm>
            <a:off x="292608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5" name="Google Shape;1395;g3afcfb39b93_0_1294"/>
          <p:cNvSpPr/>
          <p:nvPr/>
        </p:nvSpPr>
        <p:spPr>
          <a:xfrm>
            <a:off x="539496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6" name="Google Shape;1396;g3afcfb39b93_0_1294"/>
          <p:cNvSpPr/>
          <p:nvPr/>
        </p:nvSpPr>
        <p:spPr>
          <a:xfrm>
            <a:off x="548640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7" name="Google Shape;1397;g3afcfb39b93_0_1294"/>
          <p:cNvSpPr/>
          <p:nvPr/>
        </p:nvSpPr>
        <p:spPr>
          <a:xfrm>
            <a:off x="795528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8" name="Google Shape;1398;g3afcfb39b93_0_1294"/>
          <p:cNvSpPr/>
          <p:nvPr/>
        </p:nvSpPr>
        <p:spPr>
          <a:xfrm>
            <a:off x="804672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9" name="Google Shape;1399;g3afcfb39b93_0_1294"/>
          <p:cNvSpPr/>
          <p:nvPr/>
        </p:nvSpPr>
        <p:spPr>
          <a:xfrm>
            <a:off x="274320" y="342900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0" name="Google Shape;1400;g3afcfb39b93_0_1294"/>
          <p:cNvSpPr/>
          <p:nvPr/>
        </p:nvSpPr>
        <p:spPr>
          <a:xfrm>
            <a:off x="502920" y="342900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一番気になる課題を選んで深掘りしよう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1" name="Google Shape;1401;g3afcfb39b93_0_1294"/>
          <p:cNvSpPr/>
          <p:nvPr/>
        </p:nvSpPr>
        <p:spPr>
          <a:xfrm>
            <a:off x="274320" y="388620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選んだ課題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2" name="Google Shape;1402;g3afcfb39b93_0_1294"/>
          <p:cNvSpPr/>
          <p:nvPr/>
        </p:nvSpPr>
        <p:spPr>
          <a:xfrm>
            <a:off x="274320" y="4160520"/>
            <a:ext cx="4846200" cy="5487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3" name="Google Shape;1403;g3afcfb39b93_0_1294"/>
          <p:cNvSpPr/>
          <p:nvPr/>
        </p:nvSpPr>
        <p:spPr>
          <a:xfrm>
            <a:off x="274320" y="480060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誰が困っている？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4" name="Google Shape;1404;g3afcfb39b93_0_1294"/>
          <p:cNvSpPr/>
          <p:nvPr/>
        </p:nvSpPr>
        <p:spPr>
          <a:xfrm>
            <a:off x="274320" y="5074920"/>
            <a:ext cx="48462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5" name="Google Shape;1405;g3afcfb39b93_0_1294"/>
          <p:cNvSpPr/>
          <p:nvPr/>
        </p:nvSpPr>
        <p:spPr>
          <a:xfrm>
            <a:off x="274320" y="580644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なぜ困っている？（原因・背景）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6" name="Google Shape;1406;g3afcfb39b93_0_1294"/>
          <p:cNvSpPr/>
          <p:nvPr/>
        </p:nvSpPr>
        <p:spPr>
          <a:xfrm>
            <a:off x="274320" y="6080760"/>
            <a:ext cx="48462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7" name="Google Shape;1407;g3afcfb39b93_0_1294"/>
          <p:cNvSpPr/>
          <p:nvPr/>
        </p:nvSpPr>
        <p:spPr>
          <a:xfrm>
            <a:off x="274320" y="681228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なぜあなたはこの課題が気になる？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8" name="Google Shape;1408;g3afcfb39b93_0_1294"/>
          <p:cNvSpPr/>
          <p:nvPr/>
        </p:nvSpPr>
        <p:spPr>
          <a:xfrm>
            <a:off x="274320" y="7086600"/>
            <a:ext cx="4846200" cy="36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9" name="Google Shape;1409;g3afcfb39b93_0_1294"/>
          <p:cNvSpPr/>
          <p:nvPr/>
        </p:nvSpPr>
        <p:spPr>
          <a:xfrm>
            <a:off x="5303520" y="3886200"/>
            <a:ext cx="502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課題のイメージ・メモ（自由に）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0" name="Google Shape;1410;g3afcfb39b93_0_1294"/>
          <p:cNvSpPr/>
          <p:nvPr/>
        </p:nvSpPr>
        <p:spPr>
          <a:xfrm>
            <a:off x="5303520" y="4160520"/>
            <a:ext cx="5029200" cy="3291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5" name="Shape 1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6" name="Google Shape;1416;g3afcfb39b93_0_1328"/>
          <p:cNvSpPr/>
          <p:nvPr/>
        </p:nvSpPr>
        <p:spPr>
          <a:xfrm>
            <a:off x="0" y="0"/>
            <a:ext cx="10689300" cy="731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7" name="Google Shape;1417;g3afcfb39b93_0_1328"/>
          <p:cNvSpPr/>
          <p:nvPr/>
        </p:nvSpPr>
        <p:spPr>
          <a:xfrm>
            <a:off x="274320" y="1371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課題発見シート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8" name="Google Shape;1418;g3afcfb39b93_0_1328"/>
          <p:cNvSpPr/>
          <p:nvPr/>
        </p:nvSpPr>
        <p:spPr>
          <a:xfrm>
            <a:off x="7772400" y="22860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4B942"/>
                </a:solidFill>
                <a:latin typeface="Arial"/>
                <a:ea typeface="Arial"/>
                <a:cs typeface="Arial"/>
                <a:sym typeface="Arial"/>
              </a:rPr>
              <a:t>KYOTO PLATEAU HACK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9" name="Google Shape;1419;g3afcfb39b93_0_1328"/>
          <p:cNvSpPr/>
          <p:nvPr/>
        </p:nvSpPr>
        <p:spPr>
          <a:xfrm>
            <a:off x="274326" y="868675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チーム名：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0" name="Google Shape;1420;g3afcfb39b93_0_1328"/>
          <p:cNvSpPr/>
          <p:nvPr/>
        </p:nvSpPr>
        <p:spPr>
          <a:xfrm>
            <a:off x="124551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1" name="Google Shape;1421;g3afcfb39b93_0_1328"/>
          <p:cNvSpPr/>
          <p:nvPr/>
        </p:nvSpPr>
        <p:spPr>
          <a:xfrm>
            <a:off x="3573076" y="868675"/>
            <a:ext cx="690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名前：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2" name="Google Shape;1422;g3afcfb39b93_0_1328"/>
          <p:cNvSpPr/>
          <p:nvPr/>
        </p:nvSpPr>
        <p:spPr>
          <a:xfrm>
            <a:off x="426303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3" name="Google Shape;1423;g3afcfb39b93_0_1328"/>
          <p:cNvSpPr/>
          <p:nvPr/>
        </p:nvSpPr>
        <p:spPr>
          <a:xfrm>
            <a:off x="274320" y="132588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4" name="Google Shape;1424;g3afcfb39b93_0_1328"/>
          <p:cNvSpPr/>
          <p:nvPr/>
        </p:nvSpPr>
        <p:spPr>
          <a:xfrm>
            <a:off x="502920" y="132588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京都で気になる課題を書き出そう（3つ以上）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5" name="Google Shape;1425;g3afcfb39b93_0_1328"/>
          <p:cNvSpPr/>
          <p:nvPr/>
        </p:nvSpPr>
        <p:spPr>
          <a:xfrm>
            <a:off x="502920" y="164592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テーマ：①京都駅前 ②京都のまちの物理的特徴 ③PLATEAU×オープンデータ（それ以外もOK）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6" name="Google Shape;1426;g3afcfb39b93_0_1328"/>
          <p:cNvSpPr/>
          <p:nvPr/>
        </p:nvSpPr>
        <p:spPr>
          <a:xfrm>
            <a:off x="27432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7" name="Google Shape;1427;g3afcfb39b93_0_1328"/>
          <p:cNvSpPr/>
          <p:nvPr/>
        </p:nvSpPr>
        <p:spPr>
          <a:xfrm>
            <a:off x="36576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8" name="Google Shape;1428;g3afcfb39b93_0_1328"/>
          <p:cNvSpPr/>
          <p:nvPr/>
        </p:nvSpPr>
        <p:spPr>
          <a:xfrm>
            <a:off x="283464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9" name="Google Shape;1429;g3afcfb39b93_0_1328"/>
          <p:cNvSpPr/>
          <p:nvPr/>
        </p:nvSpPr>
        <p:spPr>
          <a:xfrm>
            <a:off x="292608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0" name="Google Shape;1430;g3afcfb39b93_0_1328"/>
          <p:cNvSpPr/>
          <p:nvPr/>
        </p:nvSpPr>
        <p:spPr>
          <a:xfrm>
            <a:off x="539496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1" name="Google Shape;1431;g3afcfb39b93_0_1328"/>
          <p:cNvSpPr/>
          <p:nvPr/>
        </p:nvSpPr>
        <p:spPr>
          <a:xfrm>
            <a:off x="548640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2" name="Google Shape;1432;g3afcfb39b93_0_1328"/>
          <p:cNvSpPr/>
          <p:nvPr/>
        </p:nvSpPr>
        <p:spPr>
          <a:xfrm>
            <a:off x="795528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3" name="Google Shape;1433;g3afcfb39b93_0_1328"/>
          <p:cNvSpPr/>
          <p:nvPr/>
        </p:nvSpPr>
        <p:spPr>
          <a:xfrm>
            <a:off x="804672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4" name="Google Shape;1434;g3afcfb39b93_0_1328"/>
          <p:cNvSpPr/>
          <p:nvPr/>
        </p:nvSpPr>
        <p:spPr>
          <a:xfrm>
            <a:off x="274320" y="342900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5" name="Google Shape;1435;g3afcfb39b93_0_1328"/>
          <p:cNvSpPr/>
          <p:nvPr/>
        </p:nvSpPr>
        <p:spPr>
          <a:xfrm>
            <a:off x="502920" y="342900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一番気になる課題を選んで深掘りしよう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6" name="Google Shape;1436;g3afcfb39b93_0_1328"/>
          <p:cNvSpPr/>
          <p:nvPr/>
        </p:nvSpPr>
        <p:spPr>
          <a:xfrm>
            <a:off x="274320" y="388620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選んだ課題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7" name="Google Shape;1437;g3afcfb39b93_0_1328"/>
          <p:cNvSpPr/>
          <p:nvPr/>
        </p:nvSpPr>
        <p:spPr>
          <a:xfrm>
            <a:off x="274320" y="4160520"/>
            <a:ext cx="4846200" cy="5487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8" name="Google Shape;1438;g3afcfb39b93_0_1328"/>
          <p:cNvSpPr/>
          <p:nvPr/>
        </p:nvSpPr>
        <p:spPr>
          <a:xfrm>
            <a:off x="274320" y="480060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誰が困っている？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9" name="Google Shape;1439;g3afcfb39b93_0_1328"/>
          <p:cNvSpPr/>
          <p:nvPr/>
        </p:nvSpPr>
        <p:spPr>
          <a:xfrm>
            <a:off x="274320" y="5074920"/>
            <a:ext cx="48462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0" name="Google Shape;1440;g3afcfb39b93_0_1328"/>
          <p:cNvSpPr/>
          <p:nvPr/>
        </p:nvSpPr>
        <p:spPr>
          <a:xfrm>
            <a:off x="274320" y="580644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なぜ困っている？（原因・背景）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1" name="Google Shape;1441;g3afcfb39b93_0_1328"/>
          <p:cNvSpPr/>
          <p:nvPr/>
        </p:nvSpPr>
        <p:spPr>
          <a:xfrm>
            <a:off x="274320" y="6080760"/>
            <a:ext cx="48462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2" name="Google Shape;1442;g3afcfb39b93_0_1328"/>
          <p:cNvSpPr/>
          <p:nvPr/>
        </p:nvSpPr>
        <p:spPr>
          <a:xfrm>
            <a:off x="274320" y="681228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なぜあなたはこの課題が気になる？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3" name="Google Shape;1443;g3afcfb39b93_0_1328"/>
          <p:cNvSpPr/>
          <p:nvPr/>
        </p:nvSpPr>
        <p:spPr>
          <a:xfrm>
            <a:off x="274320" y="7086600"/>
            <a:ext cx="4846200" cy="36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4" name="Google Shape;1444;g3afcfb39b93_0_1328"/>
          <p:cNvSpPr/>
          <p:nvPr/>
        </p:nvSpPr>
        <p:spPr>
          <a:xfrm>
            <a:off x="5303520" y="3886200"/>
            <a:ext cx="502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課題のイメージ・メモ（自由に）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5" name="Google Shape;1445;g3afcfb39b93_0_1328"/>
          <p:cNvSpPr/>
          <p:nvPr/>
        </p:nvSpPr>
        <p:spPr>
          <a:xfrm>
            <a:off x="5303520" y="4160520"/>
            <a:ext cx="5029200" cy="3291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0" name="Shape 1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1" name="Google Shape;1451;g3afcfb39b93_0_1362"/>
          <p:cNvSpPr/>
          <p:nvPr/>
        </p:nvSpPr>
        <p:spPr>
          <a:xfrm>
            <a:off x="0" y="0"/>
            <a:ext cx="10689300" cy="731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2" name="Google Shape;1452;g3afcfb39b93_0_1362"/>
          <p:cNvSpPr/>
          <p:nvPr/>
        </p:nvSpPr>
        <p:spPr>
          <a:xfrm>
            <a:off x="274320" y="1371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課題発見シート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3" name="Google Shape;1453;g3afcfb39b93_0_1362"/>
          <p:cNvSpPr/>
          <p:nvPr/>
        </p:nvSpPr>
        <p:spPr>
          <a:xfrm>
            <a:off x="7772400" y="22860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4B942"/>
                </a:solidFill>
                <a:latin typeface="Arial"/>
                <a:ea typeface="Arial"/>
                <a:cs typeface="Arial"/>
                <a:sym typeface="Arial"/>
              </a:rPr>
              <a:t>KYOTO PLATEAU HACK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4" name="Google Shape;1454;g3afcfb39b93_0_1362"/>
          <p:cNvSpPr/>
          <p:nvPr/>
        </p:nvSpPr>
        <p:spPr>
          <a:xfrm>
            <a:off x="274326" y="868675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チーム名：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5" name="Google Shape;1455;g3afcfb39b93_0_1362"/>
          <p:cNvSpPr/>
          <p:nvPr/>
        </p:nvSpPr>
        <p:spPr>
          <a:xfrm>
            <a:off x="124551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6" name="Google Shape;1456;g3afcfb39b93_0_1362"/>
          <p:cNvSpPr/>
          <p:nvPr/>
        </p:nvSpPr>
        <p:spPr>
          <a:xfrm>
            <a:off x="3573076" y="868675"/>
            <a:ext cx="690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名前：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7" name="Google Shape;1457;g3afcfb39b93_0_1362"/>
          <p:cNvSpPr/>
          <p:nvPr/>
        </p:nvSpPr>
        <p:spPr>
          <a:xfrm>
            <a:off x="426303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8" name="Google Shape;1458;g3afcfb39b93_0_1362"/>
          <p:cNvSpPr/>
          <p:nvPr/>
        </p:nvSpPr>
        <p:spPr>
          <a:xfrm>
            <a:off x="274320" y="132588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9" name="Google Shape;1459;g3afcfb39b93_0_1362"/>
          <p:cNvSpPr/>
          <p:nvPr/>
        </p:nvSpPr>
        <p:spPr>
          <a:xfrm>
            <a:off x="502920" y="132588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京都で気になる課題を書き出そう（3つ以上）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0" name="Google Shape;1460;g3afcfb39b93_0_1362"/>
          <p:cNvSpPr/>
          <p:nvPr/>
        </p:nvSpPr>
        <p:spPr>
          <a:xfrm>
            <a:off x="502920" y="164592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テーマ：①京都駅前 ②京都のまちの物理的特徴 ③PLATEAU×オープンデータ（それ以外もOK）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1" name="Google Shape;1461;g3afcfb39b93_0_1362"/>
          <p:cNvSpPr/>
          <p:nvPr/>
        </p:nvSpPr>
        <p:spPr>
          <a:xfrm>
            <a:off x="27432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2" name="Google Shape;1462;g3afcfb39b93_0_1362"/>
          <p:cNvSpPr/>
          <p:nvPr/>
        </p:nvSpPr>
        <p:spPr>
          <a:xfrm>
            <a:off x="36576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3" name="Google Shape;1463;g3afcfb39b93_0_1362"/>
          <p:cNvSpPr/>
          <p:nvPr/>
        </p:nvSpPr>
        <p:spPr>
          <a:xfrm>
            <a:off x="283464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4" name="Google Shape;1464;g3afcfb39b93_0_1362"/>
          <p:cNvSpPr/>
          <p:nvPr/>
        </p:nvSpPr>
        <p:spPr>
          <a:xfrm>
            <a:off x="292608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5" name="Google Shape;1465;g3afcfb39b93_0_1362"/>
          <p:cNvSpPr/>
          <p:nvPr/>
        </p:nvSpPr>
        <p:spPr>
          <a:xfrm>
            <a:off x="539496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6" name="Google Shape;1466;g3afcfb39b93_0_1362"/>
          <p:cNvSpPr/>
          <p:nvPr/>
        </p:nvSpPr>
        <p:spPr>
          <a:xfrm>
            <a:off x="548640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7" name="Google Shape;1467;g3afcfb39b93_0_1362"/>
          <p:cNvSpPr/>
          <p:nvPr/>
        </p:nvSpPr>
        <p:spPr>
          <a:xfrm>
            <a:off x="795528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8" name="Google Shape;1468;g3afcfb39b93_0_1362"/>
          <p:cNvSpPr/>
          <p:nvPr/>
        </p:nvSpPr>
        <p:spPr>
          <a:xfrm>
            <a:off x="804672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9" name="Google Shape;1469;g3afcfb39b93_0_1362"/>
          <p:cNvSpPr/>
          <p:nvPr/>
        </p:nvSpPr>
        <p:spPr>
          <a:xfrm>
            <a:off x="274320" y="342900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0" name="Google Shape;1470;g3afcfb39b93_0_1362"/>
          <p:cNvSpPr/>
          <p:nvPr/>
        </p:nvSpPr>
        <p:spPr>
          <a:xfrm>
            <a:off x="502920" y="342900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一番気になる課題を選んで深掘りしよう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1" name="Google Shape;1471;g3afcfb39b93_0_1362"/>
          <p:cNvSpPr/>
          <p:nvPr/>
        </p:nvSpPr>
        <p:spPr>
          <a:xfrm>
            <a:off x="274320" y="388620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選んだ課題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2" name="Google Shape;1472;g3afcfb39b93_0_1362"/>
          <p:cNvSpPr/>
          <p:nvPr/>
        </p:nvSpPr>
        <p:spPr>
          <a:xfrm>
            <a:off x="274320" y="4160520"/>
            <a:ext cx="4846200" cy="5487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3" name="Google Shape;1473;g3afcfb39b93_0_1362"/>
          <p:cNvSpPr/>
          <p:nvPr/>
        </p:nvSpPr>
        <p:spPr>
          <a:xfrm>
            <a:off x="274320" y="480060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誰が困っている？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4" name="Google Shape;1474;g3afcfb39b93_0_1362"/>
          <p:cNvSpPr/>
          <p:nvPr/>
        </p:nvSpPr>
        <p:spPr>
          <a:xfrm>
            <a:off x="274320" y="5074920"/>
            <a:ext cx="48462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5" name="Google Shape;1475;g3afcfb39b93_0_1362"/>
          <p:cNvSpPr/>
          <p:nvPr/>
        </p:nvSpPr>
        <p:spPr>
          <a:xfrm>
            <a:off x="274320" y="580644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なぜ困っている？（原因・背景）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6" name="Google Shape;1476;g3afcfb39b93_0_1362"/>
          <p:cNvSpPr/>
          <p:nvPr/>
        </p:nvSpPr>
        <p:spPr>
          <a:xfrm>
            <a:off x="274320" y="6080760"/>
            <a:ext cx="48462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7" name="Google Shape;1477;g3afcfb39b93_0_1362"/>
          <p:cNvSpPr/>
          <p:nvPr/>
        </p:nvSpPr>
        <p:spPr>
          <a:xfrm>
            <a:off x="274320" y="681228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なぜあなたはこの課題が気になる？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8" name="Google Shape;1478;g3afcfb39b93_0_1362"/>
          <p:cNvSpPr/>
          <p:nvPr/>
        </p:nvSpPr>
        <p:spPr>
          <a:xfrm>
            <a:off x="274320" y="7086600"/>
            <a:ext cx="4846200" cy="36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9" name="Google Shape;1479;g3afcfb39b93_0_1362"/>
          <p:cNvSpPr/>
          <p:nvPr/>
        </p:nvSpPr>
        <p:spPr>
          <a:xfrm>
            <a:off x="5303520" y="3886200"/>
            <a:ext cx="502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課題のイメージ・メモ（自由に）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0" name="Google Shape;1480;g3afcfb39b93_0_1362"/>
          <p:cNvSpPr/>
          <p:nvPr/>
        </p:nvSpPr>
        <p:spPr>
          <a:xfrm>
            <a:off x="5303520" y="4160520"/>
            <a:ext cx="5029200" cy="3291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5" name="Shape 1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6" name="Google Shape;1486;g3afcfb39b93_0_1396"/>
          <p:cNvSpPr/>
          <p:nvPr/>
        </p:nvSpPr>
        <p:spPr>
          <a:xfrm>
            <a:off x="0" y="0"/>
            <a:ext cx="10689300" cy="731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7" name="Google Shape;1487;g3afcfb39b93_0_1396"/>
          <p:cNvSpPr/>
          <p:nvPr/>
        </p:nvSpPr>
        <p:spPr>
          <a:xfrm>
            <a:off x="274320" y="1371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課題発見シート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8" name="Google Shape;1488;g3afcfb39b93_0_1396"/>
          <p:cNvSpPr/>
          <p:nvPr/>
        </p:nvSpPr>
        <p:spPr>
          <a:xfrm>
            <a:off x="7772400" y="22860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4B942"/>
                </a:solidFill>
                <a:latin typeface="Arial"/>
                <a:ea typeface="Arial"/>
                <a:cs typeface="Arial"/>
                <a:sym typeface="Arial"/>
              </a:rPr>
              <a:t>KYOTO PLATEAU HACK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9" name="Google Shape;1489;g3afcfb39b93_0_1396"/>
          <p:cNvSpPr/>
          <p:nvPr/>
        </p:nvSpPr>
        <p:spPr>
          <a:xfrm>
            <a:off x="274326" y="868675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チーム名：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0" name="Google Shape;1490;g3afcfb39b93_0_1396"/>
          <p:cNvSpPr/>
          <p:nvPr/>
        </p:nvSpPr>
        <p:spPr>
          <a:xfrm>
            <a:off x="124551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1" name="Google Shape;1491;g3afcfb39b93_0_1396"/>
          <p:cNvSpPr/>
          <p:nvPr/>
        </p:nvSpPr>
        <p:spPr>
          <a:xfrm>
            <a:off x="3573076" y="868675"/>
            <a:ext cx="690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名前：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2" name="Google Shape;1492;g3afcfb39b93_0_1396"/>
          <p:cNvSpPr/>
          <p:nvPr/>
        </p:nvSpPr>
        <p:spPr>
          <a:xfrm>
            <a:off x="426303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3" name="Google Shape;1493;g3afcfb39b93_0_1396"/>
          <p:cNvSpPr/>
          <p:nvPr/>
        </p:nvSpPr>
        <p:spPr>
          <a:xfrm>
            <a:off x="274320" y="132588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4" name="Google Shape;1494;g3afcfb39b93_0_1396"/>
          <p:cNvSpPr/>
          <p:nvPr/>
        </p:nvSpPr>
        <p:spPr>
          <a:xfrm>
            <a:off x="502920" y="132588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京都で気になる課題を書き出そう（3つ以上）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5" name="Google Shape;1495;g3afcfb39b93_0_1396"/>
          <p:cNvSpPr/>
          <p:nvPr/>
        </p:nvSpPr>
        <p:spPr>
          <a:xfrm>
            <a:off x="502920" y="164592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テーマ：①京都駅前 ②京都のまちの物理的特徴 ③PLATEAU×オープンデータ（それ以外もOK）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6" name="Google Shape;1496;g3afcfb39b93_0_1396"/>
          <p:cNvSpPr/>
          <p:nvPr/>
        </p:nvSpPr>
        <p:spPr>
          <a:xfrm>
            <a:off x="27432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7" name="Google Shape;1497;g3afcfb39b93_0_1396"/>
          <p:cNvSpPr/>
          <p:nvPr/>
        </p:nvSpPr>
        <p:spPr>
          <a:xfrm>
            <a:off x="36576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8" name="Google Shape;1498;g3afcfb39b93_0_1396"/>
          <p:cNvSpPr/>
          <p:nvPr/>
        </p:nvSpPr>
        <p:spPr>
          <a:xfrm>
            <a:off x="283464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9" name="Google Shape;1499;g3afcfb39b93_0_1396"/>
          <p:cNvSpPr/>
          <p:nvPr/>
        </p:nvSpPr>
        <p:spPr>
          <a:xfrm>
            <a:off x="292608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0" name="Google Shape;1500;g3afcfb39b93_0_1396"/>
          <p:cNvSpPr/>
          <p:nvPr/>
        </p:nvSpPr>
        <p:spPr>
          <a:xfrm>
            <a:off x="539496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1" name="Google Shape;1501;g3afcfb39b93_0_1396"/>
          <p:cNvSpPr/>
          <p:nvPr/>
        </p:nvSpPr>
        <p:spPr>
          <a:xfrm>
            <a:off x="548640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2" name="Google Shape;1502;g3afcfb39b93_0_1396"/>
          <p:cNvSpPr/>
          <p:nvPr/>
        </p:nvSpPr>
        <p:spPr>
          <a:xfrm>
            <a:off x="795528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3" name="Google Shape;1503;g3afcfb39b93_0_1396"/>
          <p:cNvSpPr/>
          <p:nvPr/>
        </p:nvSpPr>
        <p:spPr>
          <a:xfrm>
            <a:off x="804672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4" name="Google Shape;1504;g3afcfb39b93_0_1396"/>
          <p:cNvSpPr/>
          <p:nvPr/>
        </p:nvSpPr>
        <p:spPr>
          <a:xfrm>
            <a:off x="274320" y="342900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5" name="Google Shape;1505;g3afcfb39b93_0_1396"/>
          <p:cNvSpPr/>
          <p:nvPr/>
        </p:nvSpPr>
        <p:spPr>
          <a:xfrm>
            <a:off x="502920" y="342900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一番気になる課題を選んで深掘りしよう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6" name="Google Shape;1506;g3afcfb39b93_0_1396"/>
          <p:cNvSpPr/>
          <p:nvPr/>
        </p:nvSpPr>
        <p:spPr>
          <a:xfrm>
            <a:off x="274320" y="388620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選んだ課題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7" name="Google Shape;1507;g3afcfb39b93_0_1396"/>
          <p:cNvSpPr/>
          <p:nvPr/>
        </p:nvSpPr>
        <p:spPr>
          <a:xfrm>
            <a:off x="274320" y="4160520"/>
            <a:ext cx="4846200" cy="5487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8" name="Google Shape;1508;g3afcfb39b93_0_1396"/>
          <p:cNvSpPr/>
          <p:nvPr/>
        </p:nvSpPr>
        <p:spPr>
          <a:xfrm>
            <a:off x="274320" y="480060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誰が困っている？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9" name="Google Shape;1509;g3afcfb39b93_0_1396"/>
          <p:cNvSpPr/>
          <p:nvPr/>
        </p:nvSpPr>
        <p:spPr>
          <a:xfrm>
            <a:off x="274320" y="5074920"/>
            <a:ext cx="48462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0" name="Google Shape;1510;g3afcfb39b93_0_1396"/>
          <p:cNvSpPr/>
          <p:nvPr/>
        </p:nvSpPr>
        <p:spPr>
          <a:xfrm>
            <a:off x="274320" y="580644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なぜ困っている？（原因・背景）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1" name="Google Shape;1511;g3afcfb39b93_0_1396"/>
          <p:cNvSpPr/>
          <p:nvPr/>
        </p:nvSpPr>
        <p:spPr>
          <a:xfrm>
            <a:off x="274320" y="6080760"/>
            <a:ext cx="48462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2" name="Google Shape;1512;g3afcfb39b93_0_1396"/>
          <p:cNvSpPr/>
          <p:nvPr/>
        </p:nvSpPr>
        <p:spPr>
          <a:xfrm>
            <a:off x="274320" y="681228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なぜあなたはこの課題が気になる？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3" name="Google Shape;1513;g3afcfb39b93_0_1396"/>
          <p:cNvSpPr/>
          <p:nvPr/>
        </p:nvSpPr>
        <p:spPr>
          <a:xfrm>
            <a:off x="274320" y="7086600"/>
            <a:ext cx="4846200" cy="36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4" name="Google Shape;1514;g3afcfb39b93_0_1396"/>
          <p:cNvSpPr/>
          <p:nvPr/>
        </p:nvSpPr>
        <p:spPr>
          <a:xfrm>
            <a:off x="5303520" y="3886200"/>
            <a:ext cx="502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課題のイメージ・メモ（自由に）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5" name="Google Shape;1515;g3afcfb39b93_0_1396"/>
          <p:cNvSpPr/>
          <p:nvPr/>
        </p:nvSpPr>
        <p:spPr>
          <a:xfrm>
            <a:off x="5303520" y="4160520"/>
            <a:ext cx="5029200" cy="3291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0" name="Shape 1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1" name="Google Shape;1521;g3afcfb39b93_0_1430"/>
          <p:cNvSpPr/>
          <p:nvPr/>
        </p:nvSpPr>
        <p:spPr>
          <a:xfrm>
            <a:off x="0" y="0"/>
            <a:ext cx="10689300" cy="731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2" name="Google Shape;1522;g3afcfb39b93_0_1430"/>
          <p:cNvSpPr/>
          <p:nvPr/>
        </p:nvSpPr>
        <p:spPr>
          <a:xfrm>
            <a:off x="274320" y="1371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課題発見シート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3" name="Google Shape;1523;g3afcfb39b93_0_1430"/>
          <p:cNvSpPr/>
          <p:nvPr/>
        </p:nvSpPr>
        <p:spPr>
          <a:xfrm>
            <a:off x="7772400" y="22860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4B942"/>
                </a:solidFill>
                <a:latin typeface="Arial"/>
                <a:ea typeface="Arial"/>
                <a:cs typeface="Arial"/>
                <a:sym typeface="Arial"/>
              </a:rPr>
              <a:t>KYOTO PLATEAU HACK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4" name="Google Shape;1524;g3afcfb39b93_0_1430"/>
          <p:cNvSpPr/>
          <p:nvPr/>
        </p:nvSpPr>
        <p:spPr>
          <a:xfrm>
            <a:off x="274326" y="868675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チーム名：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5" name="Google Shape;1525;g3afcfb39b93_0_1430"/>
          <p:cNvSpPr/>
          <p:nvPr/>
        </p:nvSpPr>
        <p:spPr>
          <a:xfrm>
            <a:off x="124551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6" name="Google Shape;1526;g3afcfb39b93_0_1430"/>
          <p:cNvSpPr/>
          <p:nvPr/>
        </p:nvSpPr>
        <p:spPr>
          <a:xfrm>
            <a:off x="3573076" y="868675"/>
            <a:ext cx="690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名前：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7" name="Google Shape;1527;g3afcfb39b93_0_1430"/>
          <p:cNvSpPr/>
          <p:nvPr/>
        </p:nvSpPr>
        <p:spPr>
          <a:xfrm>
            <a:off x="426303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8" name="Google Shape;1528;g3afcfb39b93_0_1430"/>
          <p:cNvSpPr/>
          <p:nvPr/>
        </p:nvSpPr>
        <p:spPr>
          <a:xfrm>
            <a:off x="274320" y="132588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9" name="Google Shape;1529;g3afcfb39b93_0_1430"/>
          <p:cNvSpPr/>
          <p:nvPr/>
        </p:nvSpPr>
        <p:spPr>
          <a:xfrm>
            <a:off x="502920" y="132588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京都で気になる課題を書き出そう（3つ以上）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0" name="Google Shape;1530;g3afcfb39b93_0_1430"/>
          <p:cNvSpPr/>
          <p:nvPr/>
        </p:nvSpPr>
        <p:spPr>
          <a:xfrm>
            <a:off x="502920" y="164592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テーマ：①京都駅前 ②京都のまちの物理的特徴 ③PLATEAU×オープンデータ（それ以外もOK）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1" name="Google Shape;1531;g3afcfb39b93_0_1430"/>
          <p:cNvSpPr/>
          <p:nvPr/>
        </p:nvSpPr>
        <p:spPr>
          <a:xfrm>
            <a:off x="27432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2" name="Google Shape;1532;g3afcfb39b93_0_1430"/>
          <p:cNvSpPr/>
          <p:nvPr/>
        </p:nvSpPr>
        <p:spPr>
          <a:xfrm>
            <a:off x="36576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3" name="Google Shape;1533;g3afcfb39b93_0_1430"/>
          <p:cNvSpPr/>
          <p:nvPr/>
        </p:nvSpPr>
        <p:spPr>
          <a:xfrm>
            <a:off x="283464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4" name="Google Shape;1534;g3afcfb39b93_0_1430"/>
          <p:cNvSpPr/>
          <p:nvPr/>
        </p:nvSpPr>
        <p:spPr>
          <a:xfrm>
            <a:off x="292608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5" name="Google Shape;1535;g3afcfb39b93_0_1430"/>
          <p:cNvSpPr/>
          <p:nvPr/>
        </p:nvSpPr>
        <p:spPr>
          <a:xfrm>
            <a:off x="539496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6" name="Google Shape;1536;g3afcfb39b93_0_1430"/>
          <p:cNvSpPr/>
          <p:nvPr/>
        </p:nvSpPr>
        <p:spPr>
          <a:xfrm>
            <a:off x="548640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7" name="Google Shape;1537;g3afcfb39b93_0_1430"/>
          <p:cNvSpPr/>
          <p:nvPr/>
        </p:nvSpPr>
        <p:spPr>
          <a:xfrm>
            <a:off x="795528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8" name="Google Shape;1538;g3afcfb39b93_0_1430"/>
          <p:cNvSpPr/>
          <p:nvPr/>
        </p:nvSpPr>
        <p:spPr>
          <a:xfrm>
            <a:off x="804672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9" name="Google Shape;1539;g3afcfb39b93_0_1430"/>
          <p:cNvSpPr/>
          <p:nvPr/>
        </p:nvSpPr>
        <p:spPr>
          <a:xfrm>
            <a:off x="274320" y="342900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0" name="Google Shape;1540;g3afcfb39b93_0_1430"/>
          <p:cNvSpPr/>
          <p:nvPr/>
        </p:nvSpPr>
        <p:spPr>
          <a:xfrm>
            <a:off x="502920" y="342900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一番気になる課題を選んで深掘りしよう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1" name="Google Shape;1541;g3afcfb39b93_0_1430"/>
          <p:cNvSpPr/>
          <p:nvPr/>
        </p:nvSpPr>
        <p:spPr>
          <a:xfrm>
            <a:off x="274320" y="388620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選んだ課題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2" name="Google Shape;1542;g3afcfb39b93_0_1430"/>
          <p:cNvSpPr/>
          <p:nvPr/>
        </p:nvSpPr>
        <p:spPr>
          <a:xfrm>
            <a:off x="274320" y="4160520"/>
            <a:ext cx="4846200" cy="5487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3" name="Google Shape;1543;g3afcfb39b93_0_1430"/>
          <p:cNvSpPr/>
          <p:nvPr/>
        </p:nvSpPr>
        <p:spPr>
          <a:xfrm>
            <a:off x="274320" y="480060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誰が困っている？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4" name="Google Shape;1544;g3afcfb39b93_0_1430"/>
          <p:cNvSpPr/>
          <p:nvPr/>
        </p:nvSpPr>
        <p:spPr>
          <a:xfrm>
            <a:off x="274320" y="5074920"/>
            <a:ext cx="48462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5" name="Google Shape;1545;g3afcfb39b93_0_1430"/>
          <p:cNvSpPr/>
          <p:nvPr/>
        </p:nvSpPr>
        <p:spPr>
          <a:xfrm>
            <a:off x="274320" y="580644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なぜ困っている？（原因・背景）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6" name="Google Shape;1546;g3afcfb39b93_0_1430"/>
          <p:cNvSpPr/>
          <p:nvPr/>
        </p:nvSpPr>
        <p:spPr>
          <a:xfrm>
            <a:off x="274320" y="6080760"/>
            <a:ext cx="48462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7" name="Google Shape;1547;g3afcfb39b93_0_1430"/>
          <p:cNvSpPr/>
          <p:nvPr/>
        </p:nvSpPr>
        <p:spPr>
          <a:xfrm>
            <a:off x="274320" y="681228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なぜあなたはこの課題が気になる？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8" name="Google Shape;1548;g3afcfb39b93_0_1430"/>
          <p:cNvSpPr/>
          <p:nvPr/>
        </p:nvSpPr>
        <p:spPr>
          <a:xfrm>
            <a:off x="274320" y="7086600"/>
            <a:ext cx="4846200" cy="36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9" name="Google Shape;1549;g3afcfb39b93_0_1430"/>
          <p:cNvSpPr/>
          <p:nvPr/>
        </p:nvSpPr>
        <p:spPr>
          <a:xfrm>
            <a:off x="5303520" y="3886200"/>
            <a:ext cx="502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課題のイメージ・メモ（自由に）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0" name="Google Shape;1550;g3afcfb39b93_0_1430"/>
          <p:cNvSpPr/>
          <p:nvPr/>
        </p:nvSpPr>
        <p:spPr>
          <a:xfrm>
            <a:off x="5303520" y="4160520"/>
            <a:ext cx="5029200" cy="3291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5" name="Shape 1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" name="Google Shape;1556;g3afcfb39b93_0_1464"/>
          <p:cNvSpPr/>
          <p:nvPr/>
        </p:nvSpPr>
        <p:spPr>
          <a:xfrm>
            <a:off x="0" y="0"/>
            <a:ext cx="10689300" cy="731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7" name="Google Shape;1557;g3afcfb39b93_0_1464"/>
          <p:cNvSpPr/>
          <p:nvPr/>
        </p:nvSpPr>
        <p:spPr>
          <a:xfrm>
            <a:off x="274320" y="1371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課題発見シート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8" name="Google Shape;1558;g3afcfb39b93_0_1464"/>
          <p:cNvSpPr/>
          <p:nvPr/>
        </p:nvSpPr>
        <p:spPr>
          <a:xfrm>
            <a:off x="7772400" y="22860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4B942"/>
                </a:solidFill>
                <a:latin typeface="Arial"/>
                <a:ea typeface="Arial"/>
                <a:cs typeface="Arial"/>
                <a:sym typeface="Arial"/>
              </a:rPr>
              <a:t>KYOTO PLATEAU HACK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9" name="Google Shape;1559;g3afcfb39b93_0_1464"/>
          <p:cNvSpPr/>
          <p:nvPr/>
        </p:nvSpPr>
        <p:spPr>
          <a:xfrm>
            <a:off x="274326" y="868675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チーム名：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0" name="Google Shape;1560;g3afcfb39b93_0_1464"/>
          <p:cNvSpPr/>
          <p:nvPr/>
        </p:nvSpPr>
        <p:spPr>
          <a:xfrm>
            <a:off x="124551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1" name="Google Shape;1561;g3afcfb39b93_0_1464"/>
          <p:cNvSpPr/>
          <p:nvPr/>
        </p:nvSpPr>
        <p:spPr>
          <a:xfrm>
            <a:off x="3573076" y="868675"/>
            <a:ext cx="690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名前：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2" name="Google Shape;1562;g3afcfb39b93_0_1464"/>
          <p:cNvSpPr/>
          <p:nvPr/>
        </p:nvSpPr>
        <p:spPr>
          <a:xfrm>
            <a:off x="426303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3" name="Google Shape;1563;g3afcfb39b93_0_1464"/>
          <p:cNvSpPr/>
          <p:nvPr/>
        </p:nvSpPr>
        <p:spPr>
          <a:xfrm>
            <a:off x="274320" y="132588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4" name="Google Shape;1564;g3afcfb39b93_0_1464"/>
          <p:cNvSpPr/>
          <p:nvPr/>
        </p:nvSpPr>
        <p:spPr>
          <a:xfrm>
            <a:off x="502920" y="132588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京都で気になる課題を書き出そう（3つ以上）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5" name="Google Shape;1565;g3afcfb39b93_0_1464"/>
          <p:cNvSpPr/>
          <p:nvPr/>
        </p:nvSpPr>
        <p:spPr>
          <a:xfrm>
            <a:off x="502920" y="164592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テーマ：①京都駅前 ②京都のまちの物理的特徴 ③PLATEAU×オープンデータ（それ以外もOK）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6" name="Google Shape;1566;g3afcfb39b93_0_1464"/>
          <p:cNvSpPr/>
          <p:nvPr/>
        </p:nvSpPr>
        <p:spPr>
          <a:xfrm>
            <a:off x="27432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7" name="Google Shape;1567;g3afcfb39b93_0_1464"/>
          <p:cNvSpPr/>
          <p:nvPr/>
        </p:nvSpPr>
        <p:spPr>
          <a:xfrm>
            <a:off x="36576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8" name="Google Shape;1568;g3afcfb39b93_0_1464"/>
          <p:cNvSpPr/>
          <p:nvPr/>
        </p:nvSpPr>
        <p:spPr>
          <a:xfrm>
            <a:off x="283464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9" name="Google Shape;1569;g3afcfb39b93_0_1464"/>
          <p:cNvSpPr/>
          <p:nvPr/>
        </p:nvSpPr>
        <p:spPr>
          <a:xfrm>
            <a:off x="292608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0" name="Google Shape;1570;g3afcfb39b93_0_1464"/>
          <p:cNvSpPr/>
          <p:nvPr/>
        </p:nvSpPr>
        <p:spPr>
          <a:xfrm>
            <a:off x="539496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1" name="Google Shape;1571;g3afcfb39b93_0_1464"/>
          <p:cNvSpPr/>
          <p:nvPr/>
        </p:nvSpPr>
        <p:spPr>
          <a:xfrm>
            <a:off x="548640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2" name="Google Shape;1572;g3afcfb39b93_0_1464"/>
          <p:cNvSpPr/>
          <p:nvPr/>
        </p:nvSpPr>
        <p:spPr>
          <a:xfrm>
            <a:off x="795528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3" name="Google Shape;1573;g3afcfb39b93_0_1464"/>
          <p:cNvSpPr/>
          <p:nvPr/>
        </p:nvSpPr>
        <p:spPr>
          <a:xfrm>
            <a:off x="804672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4" name="Google Shape;1574;g3afcfb39b93_0_1464"/>
          <p:cNvSpPr/>
          <p:nvPr/>
        </p:nvSpPr>
        <p:spPr>
          <a:xfrm>
            <a:off x="274320" y="342900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5" name="Google Shape;1575;g3afcfb39b93_0_1464"/>
          <p:cNvSpPr/>
          <p:nvPr/>
        </p:nvSpPr>
        <p:spPr>
          <a:xfrm>
            <a:off x="502920" y="342900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一番気になる課題を選んで深掘りしよう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6" name="Google Shape;1576;g3afcfb39b93_0_1464"/>
          <p:cNvSpPr/>
          <p:nvPr/>
        </p:nvSpPr>
        <p:spPr>
          <a:xfrm>
            <a:off x="274320" y="388620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選んだ課題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7" name="Google Shape;1577;g3afcfb39b93_0_1464"/>
          <p:cNvSpPr/>
          <p:nvPr/>
        </p:nvSpPr>
        <p:spPr>
          <a:xfrm>
            <a:off x="274320" y="4160520"/>
            <a:ext cx="4846200" cy="5487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8" name="Google Shape;1578;g3afcfb39b93_0_1464"/>
          <p:cNvSpPr/>
          <p:nvPr/>
        </p:nvSpPr>
        <p:spPr>
          <a:xfrm>
            <a:off x="274320" y="480060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誰が困っている？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9" name="Google Shape;1579;g3afcfb39b93_0_1464"/>
          <p:cNvSpPr/>
          <p:nvPr/>
        </p:nvSpPr>
        <p:spPr>
          <a:xfrm>
            <a:off x="274320" y="5074920"/>
            <a:ext cx="48462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0" name="Google Shape;1580;g3afcfb39b93_0_1464"/>
          <p:cNvSpPr/>
          <p:nvPr/>
        </p:nvSpPr>
        <p:spPr>
          <a:xfrm>
            <a:off x="274320" y="580644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なぜ困っている？（原因・背景）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1" name="Google Shape;1581;g3afcfb39b93_0_1464"/>
          <p:cNvSpPr/>
          <p:nvPr/>
        </p:nvSpPr>
        <p:spPr>
          <a:xfrm>
            <a:off x="274320" y="6080760"/>
            <a:ext cx="48462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2" name="Google Shape;1582;g3afcfb39b93_0_1464"/>
          <p:cNvSpPr/>
          <p:nvPr/>
        </p:nvSpPr>
        <p:spPr>
          <a:xfrm>
            <a:off x="274320" y="681228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なぜあなたはこの課題が気になる？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3" name="Google Shape;1583;g3afcfb39b93_0_1464"/>
          <p:cNvSpPr/>
          <p:nvPr/>
        </p:nvSpPr>
        <p:spPr>
          <a:xfrm>
            <a:off x="274320" y="7086600"/>
            <a:ext cx="4846200" cy="36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4" name="Google Shape;1584;g3afcfb39b93_0_1464"/>
          <p:cNvSpPr/>
          <p:nvPr/>
        </p:nvSpPr>
        <p:spPr>
          <a:xfrm>
            <a:off x="5303520" y="3886200"/>
            <a:ext cx="502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課題のイメージ・メモ（自由に）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5" name="Google Shape;1585;g3afcfb39b93_0_1464"/>
          <p:cNvSpPr/>
          <p:nvPr/>
        </p:nvSpPr>
        <p:spPr>
          <a:xfrm>
            <a:off x="5303520" y="4160520"/>
            <a:ext cx="5029200" cy="3291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0" name="Shape 1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1" name="Google Shape;1591;g3afcfb39b93_0_1498"/>
          <p:cNvSpPr/>
          <p:nvPr/>
        </p:nvSpPr>
        <p:spPr>
          <a:xfrm>
            <a:off x="0" y="0"/>
            <a:ext cx="10689300" cy="731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2" name="Google Shape;1592;g3afcfb39b93_0_1498"/>
          <p:cNvSpPr/>
          <p:nvPr/>
        </p:nvSpPr>
        <p:spPr>
          <a:xfrm>
            <a:off x="274320" y="1371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課題発見シート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3" name="Google Shape;1593;g3afcfb39b93_0_1498"/>
          <p:cNvSpPr/>
          <p:nvPr/>
        </p:nvSpPr>
        <p:spPr>
          <a:xfrm>
            <a:off x="7772400" y="22860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4B942"/>
                </a:solidFill>
                <a:latin typeface="Arial"/>
                <a:ea typeface="Arial"/>
                <a:cs typeface="Arial"/>
                <a:sym typeface="Arial"/>
              </a:rPr>
              <a:t>KYOTO PLATEAU HACK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4" name="Google Shape;1594;g3afcfb39b93_0_1498"/>
          <p:cNvSpPr/>
          <p:nvPr/>
        </p:nvSpPr>
        <p:spPr>
          <a:xfrm>
            <a:off x="274326" y="868675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チーム名：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5" name="Google Shape;1595;g3afcfb39b93_0_1498"/>
          <p:cNvSpPr/>
          <p:nvPr/>
        </p:nvSpPr>
        <p:spPr>
          <a:xfrm>
            <a:off x="124551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6" name="Google Shape;1596;g3afcfb39b93_0_1498"/>
          <p:cNvSpPr/>
          <p:nvPr/>
        </p:nvSpPr>
        <p:spPr>
          <a:xfrm>
            <a:off x="3573076" y="868675"/>
            <a:ext cx="690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名前：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7" name="Google Shape;1597;g3afcfb39b93_0_1498"/>
          <p:cNvSpPr/>
          <p:nvPr/>
        </p:nvSpPr>
        <p:spPr>
          <a:xfrm>
            <a:off x="426303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8" name="Google Shape;1598;g3afcfb39b93_0_1498"/>
          <p:cNvSpPr/>
          <p:nvPr/>
        </p:nvSpPr>
        <p:spPr>
          <a:xfrm>
            <a:off x="274320" y="132588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9" name="Google Shape;1599;g3afcfb39b93_0_1498"/>
          <p:cNvSpPr/>
          <p:nvPr/>
        </p:nvSpPr>
        <p:spPr>
          <a:xfrm>
            <a:off x="502920" y="132588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京都で気になる課題を書き出そう（3つ以上）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0" name="Google Shape;1600;g3afcfb39b93_0_1498"/>
          <p:cNvSpPr/>
          <p:nvPr/>
        </p:nvSpPr>
        <p:spPr>
          <a:xfrm>
            <a:off x="502920" y="164592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テーマ：①京都駅前 ②京都のまちの物理的特徴 ③PLATEAU×オープンデータ（それ以外もOK）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1" name="Google Shape;1601;g3afcfb39b93_0_1498"/>
          <p:cNvSpPr/>
          <p:nvPr/>
        </p:nvSpPr>
        <p:spPr>
          <a:xfrm>
            <a:off x="27432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2" name="Google Shape;1602;g3afcfb39b93_0_1498"/>
          <p:cNvSpPr/>
          <p:nvPr/>
        </p:nvSpPr>
        <p:spPr>
          <a:xfrm>
            <a:off x="36576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3" name="Google Shape;1603;g3afcfb39b93_0_1498"/>
          <p:cNvSpPr/>
          <p:nvPr/>
        </p:nvSpPr>
        <p:spPr>
          <a:xfrm>
            <a:off x="283464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4" name="Google Shape;1604;g3afcfb39b93_0_1498"/>
          <p:cNvSpPr/>
          <p:nvPr/>
        </p:nvSpPr>
        <p:spPr>
          <a:xfrm>
            <a:off x="292608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5" name="Google Shape;1605;g3afcfb39b93_0_1498"/>
          <p:cNvSpPr/>
          <p:nvPr/>
        </p:nvSpPr>
        <p:spPr>
          <a:xfrm>
            <a:off x="539496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6" name="Google Shape;1606;g3afcfb39b93_0_1498"/>
          <p:cNvSpPr/>
          <p:nvPr/>
        </p:nvSpPr>
        <p:spPr>
          <a:xfrm>
            <a:off x="548640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7" name="Google Shape;1607;g3afcfb39b93_0_1498"/>
          <p:cNvSpPr/>
          <p:nvPr/>
        </p:nvSpPr>
        <p:spPr>
          <a:xfrm>
            <a:off x="795528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8" name="Google Shape;1608;g3afcfb39b93_0_1498"/>
          <p:cNvSpPr/>
          <p:nvPr/>
        </p:nvSpPr>
        <p:spPr>
          <a:xfrm>
            <a:off x="804672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9" name="Google Shape;1609;g3afcfb39b93_0_1498"/>
          <p:cNvSpPr/>
          <p:nvPr/>
        </p:nvSpPr>
        <p:spPr>
          <a:xfrm>
            <a:off x="274320" y="342900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0" name="Google Shape;1610;g3afcfb39b93_0_1498"/>
          <p:cNvSpPr/>
          <p:nvPr/>
        </p:nvSpPr>
        <p:spPr>
          <a:xfrm>
            <a:off x="502920" y="342900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一番気になる課題を選んで深掘りしよう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1" name="Google Shape;1611;g3afcfb39b93_0_1498"/>
          <p:cNvSpPr/>
          <p:nvPr/>
        </p:nvSpPr>
        <p:spPr>
          <a:xfrm>
            <a:off x="274320" y="388620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選んだ課題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2" name="Google Shape;1612;g3afcfb39b93_0_1498"/>
          <p:cNvSpPr/>
          <p:nvPr/>
        </p:nvSpPr>
        <p:spPr>
          <a:xfrm>
            <a:off x="274320" y="4160520"/>
            <a:ext cx="4846200" cy="5487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3" name="Google Shape;1613;g3afcfb39b93_0_1498"/>
          <p:cNvSpPr/>
          <p:nvPr/>
        </p:nvSpPr>
        <p:spPr>
          <a:xfrm>
            <a:off x="274320" y="480060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誰が困っている？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4" name="Google Shape;1614;g3afcfb39b93_0_1498"/>
          <p:cNvSpPr/>
          <p:nvPr/>
        </p:nvSpPr>
        <p:spPr>
          <a:xfrm>
            <a:off x="274320" y="5074920"/>
            <a:ext cx="48462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5" name="Google Shape;1615;g3afcfb39b93_0_1498"/>
          <p:cNvSpPr/>
          <p:nvPr/>
        </p:nvSpPr>
        <p:spPr>
          <a:xfrm>
            <a:off x="274320" y="580644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なぜ困っている？（原因・背景）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6" name="Google Shape;1616;g3afcfb39b93_0_1498"/>
          <p:cNvSpPr/>
          <p:nvPr/>
        </p:nvSpPr>
        <p:spPr>
          <a:xfrm>
            <a:off x="274320" y="6080760"/>
            <a:ext cx="48462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7" name="Google Shape;1617;g3afcfb39b93_0_1498"/>
          <p:cNvSpPr/>
          <p:nvPr/>
        </p:nvSpPr>
        <p:spPr>
          <a:xfrm>
            <a:off x="274320" y="681228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なぜあなたはこの課題が気になる？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8" name="Google Shape;1618;g3afcfb39b93_0_1498"/>
          <p:cNvSpPr/>
          <p:nvPr/>
        </p:nvSpPr>
        <p:spPr>
          <a:xfrm>
            <a:off x="274320" y="7086600"/>
            <a:ext cx="4846200" cy="36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9" name="Google Shape;1619;g3afcfb39b93_0_1498"/>
          <p:cNvSpPr/>
          <p:nvPr/>
        </p:nvSpPr>
        <p:spPr>
          <a:xfrm>
            <a:off x="5303520" y="3886200"/>
            <a:ext cx="502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課題のイメージ・メモ（自由に）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0" name="Google Shape;1620;g3afcfb39b93_0_1498"/>
          <p:cNvSpPr/>
          <p:nvPr/>
        </p:nvSpPr>
        <p:spPr>
          <a:xfrm>
            <a:off x="5303520" y="4160520"/>
            <a:ext cx="5029200" cy="3291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5" name="Shape 1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6" name="Google Shape;1626;g3afcfb39b93_0_1532"/>
          <p:cNvSpPr/>
          <p:nvPr/>
        </p:nvSpPr>
        <p:spPr>
          <a:xfrm>
            <a:off x="0" y="0"/>
            <a:ext cx="10689300" cy="731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7" name="Google Shape;1627;g3afcfb39b93_0_1532"/>
          <p:cNvSpPr/>
          <p:nvPr/>
        </p:nvSpPr>
        <p:spPr>
          <a:xfrm>
            <a:off x="274320" y="1371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課題発見シート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8" name="Google Shape;1628;g3afcfb39b93_0_1532"/>
          <p:cNvSpPr/>
          <p:nvPr/>
        </p:nvSpPr>
        <p:spPr>
          <a:xfrm>
            <a:off x="7772400" y="22860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4B942"/>
                </a:solidFill>
                <a:latin typeface="Arial"/>
                <a:ea typeface="Arial"/>
                <a:cs typeface="Arial"/>
                <a:sym typeface="Arial"/>
              </a:rPr>
              <a:t>KYOTO PLATEAU HACK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9" name="Google Shape;1629;g3afcfb39b93_0_1532"/>
          <p:cNvSpPr/>
          <p:nvPr/>
        </p:nvSpPr>
        <p:spPr>
          <a:xfrm>
            <a:off x="274326" y="868675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チーム名：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0" name="Google Shape;1630;g3afcfb39b93_0_1532"/>
          <p:cNvSpPr/>
          <p:nvPr/>
        </p:nvSpPr>
        <p:spPr>
          <a:xfrm>
            <a:off x="124551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1" name="Google Shape;1631;g3afcfb39b93_0_1532"/>
          <p:cNvSpPr/>
          <p:nvPr/>
        </p:nvSpPr>
        <p:spPr>
          <a:xfrm>
            <a:off x="3573076" y="868675"/>
            <a:ext cx="690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名前：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2" name="Google Shape;1632;g3afcfb39b93_0_1532"/>
          <p:cNvSpPr/>
          <p:nvPr/>
        </p:nvSpPr>
        <p:spPr>
          <a:xfrm>
            <a:off x="426303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3" name="Google Shape;1633;g3afcfb39b93_0_1532"/>
          <p:cNvSpPr/>
          <p:nvPr/>
        </p:nvSpPr>
        <p:spPr>
          <a:xfrm>
            <a:off x="274320" y="132588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4" name="Google Shape;1634;g3afcfb39b93_0_1532"/>
          <p:cNvSpPr/>
          <p:nvPr/>
        </p:nvSpPr>
        <p:spPr>
          <a:xfrm>
            <a:off x="502920" y="132588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京都で気になる課題を書き出そう（3つ以上）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5" name="Google Shape;1635;g3afcfb39b93_0_1532"/>
          <p:cNvSpPr/>
          <p:nvPr/>
        </p:nvSpPr>
        <p:spPr>
          <a:xfrm>
            <a:off x="502920" y="164592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テーマ：①京都駅前 ②京都のまちの物理的特徴 ③PLATEAU×オープンデータ（それ以外もOK）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6" name="Google Shape;1636;g3afcfb39b93_0_1532"/>
          <p:cNvSpPr/>
          <p:nvPr/>
        </p:nvSpPr>
        <p:spPr>
          <a:xfrm>
            <a:off x="27432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7" name="Google Shape;1637;g3afcfb39b93_0_1532"/>
          <p:cNvSpPr/>
          <p:nvPr/>
        </p:nvSpPr>
        <p:spPr>
          <a:xfrm>
            <a:off x="36576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8" name="Google Shape;1638;g3afcfb39b93_0_1532"/>
          <p:cNvSpPr/>
          <p:nvPr/>
        </p:nvSpPr>
        <p:spPr>
          <a:xfrm>
            <a:off x="283464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9" name="Google Shape;1639;g3afcfb39b93_0_1532"/>
          <p:cNvSpPr/>
          <p:nvPr/>
        </p:nvSpPr>
        <p:spPr>
          <a:xfrm>
            <a:off x="292608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0" name="Google Shape;1640;g3afcfb39b93_0_1532"/>
          <p:cNvSpPr/>
          <p:nvPr/>
        </p:nvSpPr>
        <p:spPr>
          <a:xfrm>
            <a:off x="539496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1" name="Google Shape;1641;g3afcfb39b93_0_1532"/>
          <p:cNvSpPr/>
          <p:nvPr/>
        </p:nvSpPr>
        <p:spPr>
          <a:xfrm>
            <a:off x="548640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2" name="Google Shape;1642;g3afcfb39b93_0_1532"/>
          <p:cNvSpPr/>
          <p:nvPr/>
        </p:nvSpPr>
        <p:spPr>
          <a:xfrm>
            <a:off x="795528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3" name="Google Shape;1643;g3afcfb39b93_0_1532"/>
          <p:cNvSpPr/>
          <p:nvPr/>
        </p:nvSpPr>
        <p:spPr>
          <a:xfrm>
            <a:off x="804672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4" name="Google Shape;1644;g3afcfb39b93_0_1532"/>
          <p:cNvSpPr/>
          <p:nvPr/>
        </p:nvSpPr>
        <p:spPr>
          <a:xfrm>
            <a:off x="274320" y="342900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5" name="Google Shape;1645;g3afcfb39b93_0_1532"/>
          <p:cNvSpPr/>
          <p:nvPr/>
        </p:nvSpPr>
        <p:spPr>
          <a:xfrm>
            <a:off x="502920" y="342900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一番気になる課題を選んで深掘りしよう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6" name="Google Shape;1646;g3afcfb39b93_0_1532"/>
          <p:cNvSpPr/>
          <p:nvPr/>
        </p:nvSpPr>
        <p:spPr>
          <a:xfrm>
            <a:off x="274320" y="388620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選んだ課題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7" name="Google Shape;1647;g3afcfb39b93_0_1532"/>
          <p:cNvSpPr/>
          <p:nvPr/>
        </p:nvSpPr>
        <p:spPr>
          <a:xfrm>
            <a:off x="274320" y="4160520"/>
            <a:ext cx="4846200" cy="5487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8" name="Google Shape;1648;g3afcfb39b93_0_1532"/>
          <p:cNvSpPr/>
          <p:nvPr/>
        </p:nvSpPr>
        <p:spPr>
          <a:xfrm>
            <a:off x="274320" y="480060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誰が困っている？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9" name="Google Shape;1649;g3afcfb39b93_0_1532"/>
          <p:cNvSpPr/>
          <p:nvPr/>
        </p:nvSpPr>
        <p:spPr>
          <a:xfrm>
            <a:off x="274320" y="5074920"/>
            <a:ext cx="48462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0" name="Google Shape;1650;g3afcfb39b93_0_1532"/>
          <p:cNvSpPr/>
          <p:nvPr/>
        </p:nvSpPr>
        <p:spPr>
          <a:xfrm>
            <a:off x="274320" y="580644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なぜ困っている？（原因・背景）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1" name="Google Shape;1651;g3afcfb39b93_0_1532"/>
          <p:cNvSpPr/>
          <p:nvPr/>
        </p:nvSpPr>
        <p:spPr>
          <a:xfrm>
            <a:off x="274320" y="6080760"/>
            <a:ext cx="48462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2" name="Google Shape;1652;g3afcfb39b93_0_1532"/>
          <p:cNvSpPr/>
          <p:nvPr/>
        </p:nvSpPr>
        <p:spPr>
          <a:xfrm>
            <a:off x="274320" y="681228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なぜあなたはこの課題が気になる？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3" name="Google Shape;1653;g3afcfb39b93_0_1532"/>
          <p:cNvSpPr/>
          <p:nvPr/>
        </p:nvSpPr>
        <p:spPr>
          <a:xfrm>
            <a:off x="274320" y="7086600"/>
            <a:ext cx="4846200" cy="36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4" name="Google Shape;1654;g3afcfb39b93_0_1532"/>
          <p:cNvSpPr/>
          <p:nvPr/>
        </p:nvSpPr>
        <p:spPr>
          <a:xfrm>
            <a:off x="5303520" y="3886200"/>
            <a:ext cx="502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課題のイメージ・メモ（自由に）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5" name="Google Shape;1655;g3afcfb39b93_0_1532"/>
          <p:cNvSpPr/>
          <p:nvPr/>
        </p:nvSpPr>
        <p:spPr>
          <a:xfrm>
            <a:off x="5303520" y="4160520"/>
            <a:ext cx="5029200" cy="3291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0" name="Shape 1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1" name="Google Shape;1661;g3afcfb39b93_0_1566"/>
          <p:cNvSpPr/>
          <p:nvPr/>
        </p:nvSpPr>
        <p:spPr>
          <a:xfrm>
            <a:off x="0" y="0"/>
            <a:ext cx="10689300" cy="731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2" name="Google Shape;1662;g3afcfb39b93_0_1566"/>
          <p:cNvSpPr/>
          <p:nvPr/>
        </p:nvSpPr>
        <p:spPr>
          <a:xfrm>
            <a:off x="274320" y="1371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課題発見シート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3" name="Google Shape;1663;g3afcfb39b93_0_1566"/>
          <p:cNvSpPr/>
          <p:nvPr/>
        </p:nvSpPr>
        <p:spPr>
          <a:xfrm>
            <a:off x="7772400" y="22860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4B942"/>
                </a:solidFill>
                <a:latin typeface="Arial"/>
                <a:ea typeface="Arial"/>
                <a:cs typeface="Arial"/>
                <a:sym typeface="Arial"/>
              </a:rPr>
              <a:t>KYOTO PLATEAU HACK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4" name="Google Shape;1664;g3afcfb39b93_0_1566"/>
          <p:cNvSpPr/>
          <p:nvPr/>
        </p:nvSpPr>
        <p:spPr>
          <a:xfrm>
            <a:off x="274326" y="868675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チーム名：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5" name="Google Shape;1665;g3afcfb39b93_0_1566"/>
          <p:cNvSpPr/>
          <p:nvPr/>
        </p:nvSpPr>
        <p:spPr>
          <a:xfrm>
            <a:off x="124551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6" name="Google Shape;1666;g3afcfb39b93_0_1566"/>
          <p:cNvSpPr/>
          <p:nvPr/>
        </p:nvSpPr>
        <p:spPr>
          <a:xfrm>
            <a:off x="3573076" y="868675"/>
            <a:ext cx="690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名前：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7" name="Google Shape;1667;g3afcfb39b93_0_1566"/>
          <p:cNvSpPr/>
          <p:nvPr/>
        </p:nvSpPr>
        <p:spPr>
          <a:xfrm>
            <a:off x="426303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8" name="Google Shape;1668;g3afcfb39b93_0_1566"/>
          <p:cNvSpPr/>
          <p:nvPr/>
        </p:nvSpPr>
        <p:spPr>
          <a:xfrm>
            <a:off x="274320" y="132588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9" name="Google Shape;1669;g3afcfb39b93_0_1566"/>
          <p:cNvSpPr/>
          <p:nvPr/>
        </p:nvSpPr>
        <p:spPr>
          <a:xfrm>
            <a:off x="502920" y="132588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京都で気になる課題を書き出そう（3つ以上）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0" name="Google Shape;1670;g3afcfb39b93_0_1566"/>
          <p:cNvSpPr/>
          <p:nvPr/>
        </p:nvSpPr>
        <p:spPr>
          <a:xfrm>
            <a:off x="502920" y="164592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テーマ：①京都駅前 ②京都のまちの物理的特徴 ③PLATEAU×オープンデータ（それ以外もOK）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1" name="Google Shape;1671;g3afcfb39b93_0_1566"/>
          <p:cNvSpPr/>
          <p:nvPr/>
        </p:nvSpPr>
        <p:spPr>
          <a:xfrm>
            <a:off x="27432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2" name="Google Shape;1672;g3afcfb39b93_0_1566"/>
          <p:cNvSpPr/>
          <p:nvPr/>
        </p:nvSpPr>
        <p:spPr>
          <a:xfrm>
            <a:off x="36576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3" name="Google Shape;1673;g3afcfb39b93_0_1566"/>
          <p:cNvSpPr/>
          <p:nvPr/>
        </p:nvSpPr>
        <p:spPr>
          <a:xfrm>
            <a:off x="283464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4" name="Google Shape;1674;g3afcfb39b93_0_1566"/>
          <p:cNvSpPr/>
          <p:nvPr/>
        </p:nvSpPr>
        <p:spPr>
          <a:xfrm>
            <a:off x="292608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5" name="Google Shape;1675;g3afcfb39b93_0_1566"/>
          <p:cNvSpPr/>
          <p:nvPr/>
        </p:nvSpPr>
        <p:spPr>
          <a:xfrm>
            <a:off x="539496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6" name="Google Shape;1676;g3afcfb39b93_0_1566"/>
          <p:cNvSpPr/>
          <p:nvPr/>
        </p:nvSpPr>
        <p:spPr>
          <a:xfrm>
            <a:off x="548640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7" name="Google Shape;1677;g3afcfb39b93_0_1566"/>
          <p:cNvSpPr/>
          <p:nvPr/>
        </p:nvSpPr>
        <p:spPr>
          <a:xfrm>
            <a:off x="795528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8" name="Google Shape;1678;g3afcfb39b93_0_1566"/>
          <p:cNvSpPr/>
          <p:nvPr/>
        </p:nvSpPr>
        <p:spPr>
          <a:xfrm>
            <a:off x="804672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9" name="Google Shape;1679;g3afcfb39b93_0_1566"/>
          <p:cNvSpPr/>
          <p:nvPr/>
        </p:nvSpPr>
        <p:spPr>
          <a:xfrm>
            <a:off x="274320" y="342900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0" name="Google Shape;1680;g3afcfb39b93_0_1566"/>
          <p:cNvSpPr/>
          <p:nvPr/>
        </p:nvSpPr>
        <p:spPr>
          <a:xfrm>
            <a:off x="502920" y="342900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一番気になる課題を選んで深掘りしよう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1" name="Google Shape;1681;g3afcfb39b93_0_1566"/>
          <p:cNvSpPr/>
          <p:nvPr/>
        </p:nvSpPr>
        <p:spPr>
          <a:xfrm>
            <a:off x="274320" y="388620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選んだ課題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2" name="Google Shape;1682;g3afcfb39b93_0_1566"/>
          <p:cNvSpPr/>
          <p:nvPr/>
        </p:nvSpPr>
        <p:spPr>
          <a:xfrm>
            <a:off x="274320" y="4160520"/>
            <a:ext cx="4846200" cy="5487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3" name="Google Shape;1683;g3afcfb39b93_0_1566"/>
          <p:cNvSpPr/>
          <p:nvPr/>
        </p:nvSpPr>
        <p:spPr>
          <a:xfrm>
            <a:off x="274320" y="480060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誰が困っている？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4" name="Google Shape;1684;g3afcfb39b93_0_1566"/>
          <p:cNvSpPr/>
          <p:nvPr/>
        </p:nvSpPr>
        <p:spPr>
          <a:xfrm>
            <a:off x="274320" y="5074920"/>
            <a:ext cx="48462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5" name="Google Shape;1685;g3afcfb39b93_0_1566"/>
          <p:cNvSpPr/>
          <p:nvPr/>
        </p:nvSpPr>
        <p:spPr>
          <a:xfrm>
            <a:off x="274320" y="580644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なぜ困っている？（原因・背景）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6" name="Google Shape;1686;g3afcfb39b93_0_1566"/>
          <p:cNvSpPr/>
          <p:nvPr/>
        </p:nvSpPr>
        <p:spPr>
          <a:xfrm>
            <a:off x="274320" y="6080760"/>
            <a:ext cx="48462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7" name="Google Shape;1687;g3afcfb39b93_0_1566"/>
          <p:cNvSpPr/>
          <p:nvPr/>
        </p:nvSpPr>
        <p:spPr>
          <a:xfrm>
            <a:off x="274320" y="681228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なぜあなたはこの課題が気になる？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8" name="Google Shape;1688;g3afcfb39b93_0_1566"/>
          <p:cNvSpPr/>
          <p:nvPr/>
        </p:nvSpPr>
        <p:spPr>
          <a:xfrm>
            <a:off x="274320" y="7086600"/>
            <a:ext cx="4846200" cy="36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9" name="Google Shape;1689;g3afcfb39b93_0_1566"/>
          <p:cNvSpPr/>
          <p:nvPr/>
        </p:nvSpPr>
        <p:spPr>
          <a:xfrm>
            <a:off x="5303520" y="3886200"/>
            <a:ext cx="502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課題のイメージ・メモ（自由に）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0" name="Google Shape;1690;g3afcfb39b93_0_1566"/>
          <p:cNvSpPr/>
          <p:nvPr/>
        </p:nvSpPr>
        <p:spPr>
          <a:xfrm>
            <a:off x="5303520" y="4160520"/>
            <a:ext cx="5029200" cy="3291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5" name="Shape 1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6" name="Google Shape;1696;g3afcfb39b93_0_1600"/>
          <p:cNvSpPr/>
          <p:nvPr/>
        </p:nvSpPr>
        <p:spPr>
          <a:xfrm>
            <a:off x="0" y="0"/>
            <a:ext cx="10689300" cy="731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7" name="Google Shape;1697;g3afcfb39b93_0_1600"/>
          <p:cNvSpPr/>
          <p:nvPr/>
        </p:nvSpPr>
        <p:spPr>
          <a:xfrm>
            <a:off x="274320" y="1371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課題発見シート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8" name="Google Shape;1698;g3afcfb39b93_0_1600"/>
          <p:cNvSpPr/>
          <p:nvPr/>
        </p:nvSpPr>
        <p:spPr>
          <a:xfrm>
            <a:off x="7772400" y="22860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4B942"/>
                </a:solidFill>
                <a:latin typeface="Arial"/>
                <a:ea typeface="Arial"/>
                <a:cs typeface="Arial"/>
                <a:sym typeface="Arial"/>
              </a:rPr>
              <a:t>KYOTO PLATEAU HACK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9" name="Google Shape;1699;g3afcfb39b93_0_1600"/>
          <p:cNvSpPr/>
          <p:nvPr/>
        </p:nvSpPr>
        <p:spPr>
          <a:xfrm>
            <a:off x="274326" y="868675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チーム名：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0" name="Google Shape;1700;g3afcfb39b93_0_1600"/>
          <p:cNvSpPr/>
          <p:nvPr/>
        </p:nvSpPr>
        <p:spPr>
          <a:xfrm>
            <a:off x="124551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1" name="Google Shape;1701;g3afcfb39b93_0_1600"/>
          <p:cNvSpPr/>
          <p:nvPr/>
        </p:nvSpPr>
        <p:spPr>
          <a:xfrm>
            <a:off x="3573076" y="868675"/>
            <a:ext cx="690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名前：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2" name="Google Shape;1702;g3afcfb39b93_0_1600"/>
          <p:cNvSpPr/>
          <p:nvPr/>
        </p:nvSpPr>
        <p:spPr>
          <a:xfrm>
            <a:off x="426303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3" name="Google Shape;1703;g3afcfb39b93_0_1600"/>
          <p:cNvSpPr/>
          <p:nvPr/>
        </p:nvSpPr>
        <p:spPr>
          <a:xfrm>
            <a:off x="274320" y="132588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4" name="Google Shape;1704;g3afcfb39b93_0_1600"/>
          <p:cNvSpPr/>
          <p:nvPr/>
        </p:nvSpPr>
        <p:spPr>
          <a:xfrm>
            <a:off x="502920" y="132588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京都で気になる課題を書き出そう（3つ以上）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5" name="Google Shape;1705;g3afcfb39b93_0_1600"/>
          <p:cNvSpPr/>
          <p:nvPr/>
        </p:nvSpPr>
        <p:spPr>
          <a:xfrm>
            <a:off x="502920" y="164592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テーマ：①京都駅前 ②京都のまちの物理的特徴 ③PLATEAU×オープンデータ（それ以外もOK）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6" name="Google Shape;1706;g3afcfb39b93_0_1600"/>
          <p:cNvSpPr/>
          <p:nvPr/>
        </p:nvSpPr>
        <p:spPr>
          <a:xfrm>
            <a:off x="27432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7" name="Google Shape;1707;g3afcfb39b93_0_1600"/>
          <p:cNvSpPr/>
          <p:nvPr/>
        </p:nvSpPr>
        <p:spPr>
          <a:xfrm>
            <a:off x="36576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8" name="Google Shape;1708;g3afcfb39b93_0_1600"/>
          <p:cNvSpPr/>
          <p:nvPr/>
        </p:nvSpPr>
        <p:spPr>
          <a:xfrm>
            <a:off x="283464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9" name="Google Shape;1709;g3afcfb39b93_0_1600"/>
          <p:cNvSpPr/>
          <p:nvPr/>
        </p:nvSpPr>
        <p:spPr>
          <a:xfrm>
            <a:off x="292608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0" name="Google Shape;1710;g3afcfb39b93_0_1600"/>
          <p:cNvSpPr/>
          <p:nvPr/>
        </p:nvSpPr>
        <p:spPr>
          <a:xfrm>
            <a:off x="539496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1" name="Google Shape;1711;g3afcfb39b93_0_1600"/>
          <p:cNvSpPr/>
          <p:nvPr/>
        </p:nvSpPr>
        <p:spPr>
          <a:xfrm>
            <a:off x="548640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2" name="Google Shape;1712;g3afcfb39b93_0_1600"/>
          <p:cNvSpPr/>
          <p:nvPr/>
        </p:nvSpPr>
        <p:spPr>
          <a:xfrm>
            <a:off x="795528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3" name="Google Shape;1713;g3afcfb39b93_0_1600"/>
          <p:cNvSpPr/>
          <p:nvPr/>
        </p:nvSpPr>
        <p:spPr>
          <a:xfrm>
            <a:off x="804672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4" name="Google Shape;1714;g3afcfb39b93_0_1600"/>
          <p:cNvSpPr/>
          <p:nvPr/>
        </p:nvSpPr>
        <p:spPr>
          <a:xfrm>
            <a:off x="274320" y="342900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5" name="Google Shape;1715;g3afcfb39b93_0_1600"/>
          <p:cNvSpPr/>
          <p:nvPr/>
        </p:nvSpPr>
        <p:spPr>
          <a:xfrm>
            <a:off x="502920" y="342900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一番気になる課題を選んで深掘りしよう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6" name="Google Shape;1716;g3afcfb39b93_0_1600"/>
          <p:cNvSpPr/>
          <p:nvPr/>
        </p:nvSpPr>
        <p:spPr>
          <a:xfrm>
            <a:off x="274320" y="388620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選んだ課題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7" name="Google Shape;1717;g3afcfb39b93_0_1600"/>
          <p:cNvSpPr/>
          <p:nvPr/>
        </p:nvSpPr>
        <p:spPr>
          <a:xfrm>
            <a:off x="274320" y="4160520"/>
            <a:ext cx="4846200" cy="5487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8" name="Google Shape;1718;g3afcfb39b93_0_1600"/>
          <p:cNvSpPr/>
          <p:nvPr/>
        </p:nvSpPr>
        <p:spPr>
          <a:xfrm>
            <a:off x="274320" y="480060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誰が困っている？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9" name="Google Shape;1719;g3afcfb39b93_0_1600"/>
          <p:cNvSpPr/>
          <p:nvPr/>
        </p:nvSpPr>
        <p:spPr>
          <a:xfrm>
            <a:off x="274320" y="5074920"/>
            <a:ext cx="48462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0" name="Google Shape;1720;g3afcfb39b93_0_1600"/>
          <p:cNvSpPr/>
          <p:nvPr/>
        </p:nvSpPr>
        <p:spPr>
          <a:xfrm>
            <a:off x="274320" y="580644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なぜ困っている？（原因・背景）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1" name="Google Shape;1721;g3afcfb39b93_0_1600"/>
          <p:cNvSpPr/>
          <p:nvPr/>
        </p:nvSpPr>
        <p:spPr>
          <a:xfrm>
            <a:off x="274320" y="6080760"/>
            <a:ext cx="48462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2" name="Google Shape;1722;g3afcfb39b93_0_1600"/>
          <p:cNvSpPr/>
          <p:nvPr/>
        </p:nvSpPr>
        <p:spPr>
          <a:xfrm>
            <a:off x="274320" y="681228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なぜあなたはこの課題が気になる？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3" name="Google Shape;1723;g3afcfb39b93_0_1600"/>
          <p:cNvSpPr/>
          <p:nvPr/>
        </p:nvSpPr>
        <p:spPr>
          <a:xfrm>
            <a:off x="274320" y="7086600"/>
            <a:ext cx="4846200" cy="36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4" name="Google Shape;1724;g3afcfb39b93_0_1600"/>
          <p:cNvSpPr/>
          <p:nvPr/>
        </p:nvSpPr>
        <p:spPr>
          <a:xfrm>
            <a:off x="5303520" y="3886200"/>
            <a:ext cx="502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課題のイメージ・メモ（自由に）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5" name="Google Shape;1725;g3afcfb39b93_0_1600"/>
          <p:cNvSpPr/>
          <p:nvPr/>
        </p:nvSpPr>
        <p:spPr>
          <a:xfrm>
            <a:off x="5303520" y="4160520"/>
            <a:ext cx="5029200" cy="3291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0" name="Shape 1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1" name="Google Shape;1731;g3afcfb39b93_0_1634"/>
          <p:cNvSpPr/>
          <p:nvPr/>
        </p:nvSpPr>
        <p:spPr>
          <a:xfrm>
            <a:off x="0" y="0"/>
            <a:ext cx="10689300" cy="731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2" name="Google Shape;1732;g3afcfb39b93_0_1634"/>
          <p:cNvSpPr/>
          <p:nvPr/>
        </p:nvSpPr>
        <p:spPr>
          <a:xfrm>
            <a:off x="274320" y="1371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課題発見シート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3" name="Google Shape;1733;g3afcfb39b93_0_1634"/>
          <p:cNvSpPr/>
          <p:nvPr/>
        </p:nvSpPr>
        <p:spPr>
          <a:xfrm>
            <a:off x="7772400" y="22860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4B942"/>
                </a:solidFill>
                <a:latin typeface="Arial"/>
                <a:ea typeface="Arial"/>
                <a:cs typeface="Arial"/>
                <a:sym typeface="Arial"/>
              </a:rPr>
              <a:t>KYOTO PLATEAU HACK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4" name="Google Shape;1734;g3afcfb39b93_0_1634"/>
          <p:cNvSpPr/>
          <p:nvPr/>
        </p:nvSpPr>
        <p:spPr>
          <a:xfrm>
            <a:off x="274326" y="868675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チーム名：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5" name="Google Shape;1735;g3afcfb39b93_0_1634"/>
          <p:cNvSpPr/>
          <p:nvPr/>
        </p:nvSpPr>
        <p:spPr>
          <a:xfrm>
            <a:off x="124551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6" name="Google Shape;1736;g3afcfb39b93_0_1634"/>
          <p:cNvSpPr/>
          <p:nvPr/>
        </p:nvSpPr>
        <p:spPr>
          <a:xfrm>
            <a:off x="3573076" y="868675"/>
            <a:ext cx="690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名前：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7" name="Google Shape;1737;g3afcfb39b93_0_1634"/>
          <p:cNvSpPr/>
          <p:nvPr/>
        </p:nvSpPr>
        <p:spPr>
          <a:xfrm>
            <a:off x="426303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8" name="Google Shape;1738;g3afcfb39b93_0_1634"/>
          <p:cNvSpPr/>
          <p:nvPr/>
        </p:nvSpPr>
        <p:spPr>
          <a:xfrm>
            <a:off x="274320" y="132588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9" name="Google Shape;1739;g3afcfb39b93_0_1634"/>
          <p:cNvSpPr/>
          <p:nvPr/>
        </p:nvSpPr>
        <p:spPr>
          <a:xfrm>
            <a:off x="502920" y="132588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京都で気になる課題を書き出そう（3つ以上）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0" name="Google Shape;1740;g3afcfb39b93_0_1634"/>
          <p:cNvSpPr/>
          <p:nvPr/>
        </p:nvSpPr>
        <p:spPr>
          <a:xfrm>
            <a:off x="502920" y="164592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テーマ：①京都駅前 ②京都のまちの物理的特徴 ③PLATEAU×オープンデータ（それ以外もOK）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1" name="Google Shape;1741;g3afcfb39b93_0_1634"/>
          <p:cNvSpPr/>
          <p:nvPr/>
        </p:nvSpPr>
        <p:spPr>
          <a:xfrm>
            <a:off x="27432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2" name="Google Shape;1742;g3afcfb39b93_0_1634"/>
          <p:cNvSpPr/>
          <p:nvPr/>
        </p:nvSpPr>
        <p:spPr>
          <a:xfrm>
            <a:off x="36576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3" name="Google Shape;1743;g3afcfb39b93_0_1634"/>
          <p:cNvSpPr/>
          <p:nvPr/>
        </p:nvSpPr>
        <p:spPr>
          <a:xfrm>
            <a:off x="283464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4" name="Google Shape;1744;g3afcfb39b93_0_1634"/>
          <p:cNvSpPr/>
          <p:nvPr/>
        </p:nvSpPr>
        <p:spPr>
          <a:xfrm>
            <a:off x="292608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5" name="Google Shape;1745;g3afcfb39b93_0_1634"/>
          <p:cNvSpPr/>
          <p:nvPr/>
        </p:nvSpPr>
        <p:spPr>
          <a:xfrm>
            <a:off x="539496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6" name="Google Shape;1746;g3afcfb39b93_0_1634"/>
          <p:cNvSpPr/>
          <p:nvPr/>
        </p:nvSpPr>
        <p:spPr>
          <a:xfrm>
            <a:off x="548640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7" name="Google Shape;1747;g3afcfb39b93_0_1634"/>
          <p:cNvSpPr/>
          <p:nvPr/>
        </p:nvSpPr>
        <p:spPr>
          <a:xfrm>
            <a:off x="7955280" y="1965960"/>
            <a:ext cx="23775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8" name="Google Shape;1748;g3afcfb39b93_0_1634"/>
          <p:cNvSpPr/>
          <p:nvPr/>
        </p:nvSpPr>
        <p:spPr>
          <a:xfrm>
            <a:off x="8046720" y="2011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9" name="Google Shape;1749;g3afcfb39b93_0_1634"/>
          <p:cNvSpPr/>
          <p:nvPr/>
        </p:nvSpPr>
        <p:spPr>
          <a:xfrm>
            <a:off x="274320" y="342900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0" name="Google Shape;1750;g3afcfb39b93_0_1634"/>
          <p:cNvSpPr/>
          <p:nvPr/>
        </p:nvSpPr>
        <p:spPr>
          <a:xfrm>
            <a:off x="502920" y="342900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一番気になる課題を選んで深掘りしよう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1" name="Google Shape;1751;g3afcfb39b93_0_1634"/>
          <p:cNvSpPr/>
          <p:nvPr/>
        </p:nvSpPr>
        <p:spPr>
          <a:xfrm>
            <a:off x="274320" y="388620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選んだ課題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2" name="Google Shape;1752;g3afcfb39b93_0_1634"/>
          <p:cNvSpPr/>
          <p:nvPr/>
        </p:nvSpPr>
        <p:spPr>
          <a:xfrm>
            <a:off x="274320" y="4160520"/>
            <a:ext cx="4846200" cy="5487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3" name="Google Shape;1753;g3afcfb39b93_0_1634"/>
          <p:cNvSpPr/>
          <p:nvPr/>
        </p:nvSpPr>
        <p:spPr>
          <a:xfrm>
            <a:off x="274320" y="480060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誰が困っている？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4" name="Google Shape;1754;g3afcfb39b93_0_1634"/>
          <p:cNvSpPr/>
          <p:nvPr/>
        </p:nvSpPr>
        <p:spPr>
          <a:xfrm>
            <a:off x="274320" y="5074920"/>
            <a:ext cx="48462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5" name="Google Shape;1755;g3afcfb39b93_0_1634"/>
          <p:cNvSpPr/>
          <p:nvPr/>
        </p:nvSpPr>
        <p:spPr>
          <a:xfrm>
            <a:off x="274320" y="580644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なぜ困っている？（原因・背景）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6" name="Google Shape;1756;g3afcfb39b93_0_1634"/>
          <p:cNvSpPr/>
          <p:nvPr/>
        </p:nvSpPr>
        <p:spPr>
          <a:xfrm>
            <a:off x="274320" y="6080760"/>
            <a:ext cx="48462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7" name="Google Shape;1757;g3afcfb39b93_0_1634"/>
          <p:cNvSpPr/>
          <p:nvPr/>
        </p:nvSpPr>
        <p:spPr>
          <a:xfrm>
            <a:off x="274320" y="681228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なぜあなたはこの課題が気になる？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8" name="Google Shape;1758;g3afcfb39b93_0_1634"/>
          <p:cNvSpPr/>
          <p:nvPr/>
        </p:nvSpPr>
        <p:spPr>
          <a:xfrm>
            <a:off x="274320" y="7086600"/>
            <a:ext cx="4846200" cy="36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9" name="Google Shape;1759;g3afcfb39b93_0_1634"/>
          <p:cNvSpPr/>
          <p:nvPr/>
        </p:nvSpPr>
        <p:spPr>
          <a:xfrm>
            <a:off x="5303520" y="3886200"/>
            <a:ext cx="502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課題のイメージ・メモ（自由に）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0" name="Google Shape;1760;g3afcfb39b93_0_1634"/>
          <p:cNvSpPr/>
          <p:nvPr/>
        </p:nvSpPr>
        <p:spPr>
          <a:xfrm>
            <a:off x="5303520" y="4160520"/>
            <a:ext cx="5029200" cy="3291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5" name="Shape 1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6" name="Google Shape;1766;p2"/>
          <p:cNvSpPr/>
          <p:nvPr/>
        </p:nvSpPr>
        <p:spPr>
          <a:xfrm>
            <a:off x="0" y="0"/>
            <a:ext cx="10689336" cy="7315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7" name="Google Shape;1767;p2"/>
          <p:cNvSpPr/>
          <p:nvPr/>
        </p:nvSpPr>
        <p:spPr>
          <a:xfrm>
            <a:off x="274320" y="1371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アイデアスケッチ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8" name="Google Shape;1768;p2"/>
          <p:cNvSpPr/>
          <p:nvPr/>
        </p:nvSpPr>
        <p:spPr>
          <a:xfrm>
            <a:off x="7772400" y="22860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4B942"/>
                </a:solidFill>
                <a:latin typeface="Arial"/>
                <a:ea typeface="Arial"/>
                <a:cs typeface="Arial"/>
                <a:sym typeface="Arial"/>
              </a:rPr>
              <a:t>KYOTO PLATEAU HACK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9" name="Google Shape;1769;p2"/>
          <p:cNvSpPr/>
          <p:nvPr/>
        </p:nvSpPr>
        <p:spPr>
          <a:xfrm>
            <a:off x="274320" y="1280160"/>
            <a:ext cx="137160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0" name="Google Shape;1770;p2"/>
          <p:cNvSpPr/>
          <p:nvPr/>
        </p:nvSpPr>
        <p:spPr>
          <a:xfrm>
            <a:off x="502920" y="12801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アイデアのヘッドライン（25字以内）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1" name="Google Shape;1771;p2"/>
          <p:cNvSpPr/>
          <p:nvPr/>
        </p:nvSpPr>
        <p:spPr>
          <a:xfrm>
            <a:off x="502920" y="160020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💡 アイデアを端的に表すキャッチコピー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2" name="Google Shape;1772;p2"/>
          <p:cNvSpPr/>
          <p:nvPr/>
        </p:nvSpPr>
        <p:spPr>
          <a:xfrm>
            <a:off x="274320" y="1874520"/>
            <a:ext cx="10149840" cy="54864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3" name="Google Shape;1773;p2"/>
          <p:cNvSpPr/>
          <p:nvPr/>
        </p:nvSpPr>
        <p:spPr>
          <a:xfrm>
            <a:off x="274320" y="2606040"/>
            <a:ext cx="3474720" cy="32004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4" name="Google Shape;1774;p2"/>
          <p:cNvSpPr/>
          <p:nvPr/>
        </p:nvSpPr>
        <p:spPr>
          <a:xfrm>
            <a:off x="274320" y="260604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Before このアイデアがない世界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5" name="Google Shape;1775;p2"/>
          <p:cNvSpPr/>
          <p:nvPr/>
        </p:nvSpPr>
        <p:spPr>
          <a:xfrm>
            <a:off x="274320" y="2926080"/>
            <a:ext cx="3474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ユーザーは何に困っている？何ができない？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6" name="Google Shape;1776;p2"/>
          <p:cNvSpPr/>
          <p:nvPr/>
        </p:nvSpPr>
        <p:spPr>
          <a:xfrm>
            <a:off x="274320" y="3108960"/>
            <a:ext cx="3474720" cy="1645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7" name="Google Shape;1777;p2"/>
          <p:cNvSpPr/>
          <p:nvPr/>
        </p:nvSpPr>
        <p:spPr>
          <a:xfrm>
            <a:off x="274320" y="4937760"/>
            <a:ext cx="3474720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8" name="Google Shape;1778;p2"/>
          <p:cNvSpPr/>
          <p:nvPr/>
        </p:nvSpPr>
        <p:spPr>
          <a:xfrm>
            <a:off x="274320" y="493776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After このアイデアがもたらす価値・変化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9" name="Google Shape;1779;p2"/>
          <p:cNvSpPr/>
          <p:nvPr/>
        </p:nvSpPr>
        <p:spPr>
          <a:xfrm>
            <a:off x="274320" y="5257800"/>
            <a:ext cx="3474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ユーザーが手に入れる新しい価値は？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0" name="Google Shape;1780;p2"/>
          <p:cNvSpPr/>
          <p:nvPr/>
        </p:nvSpPr>
        <p:spPr>
          <a:xfrm>
            <a:off x="274320" y="5440680"/>
            <a:ext cx="3474720" cy="1645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1" name="Google Shape;1781;p2"/>
          <p:cNvSpPr/>
          <p:nvPr/>
        </p:nvSpPr>
        <p:spPr>
          <a:xfrm>
            <a:off x="3931920" y="2606040"/>
            <a:ext cx="6492240" cy="320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2" name="Google Shape;1782;p2"/>
          <p:cNvSpPr/>
          <p:nvPr/>
        </p:nvSpPr>
        <p:spPr>
          <a:xfrm>
            <a:off x="3931920" y="2606040"/>
            <a:ext cx="6492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アイデア概要（絵でもOK！）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3" name="Google Shape;1783;p2"/>
          <p:cNvSpPr/>
          <p:nvPr/>
        </p:nvSpPr>
        <p:spPr>
          <a:xfrm>
            <a:off x="3931920" y="2926080"/>
            <a:ext cx="6492240" cy="2834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4" name="Google Shape;1784;p2"/>
          <p:cNvSpPr/>
          <p:nvPr/>
        </p:nvSpPr>
        <p:spPr>
          <a:xfrm>
            <a:off x="3931920" y="5852160"/>
            <a:ext cx="6492240" cy="320040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5" name="Google Shape;1785;p2"/>
          <p:cNvSpPr/>
          <p:nvPr/>
        </p:nvSpPr>
        <p:spPr>
          <a:xfrm>
            <a:off x="3931920" y="5852160"/>
            <a:ext cx="6492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どんなデータを使う？どう活かす？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6" name="Google Shape;1786;p2"/>
          <p:cNvSpPr/>
          <p:nvPr/>
        </p:nvSpPr>
        <p:spPr>
          <a:xfrm>
            <a:off x="3931920" y="6172200"/>
            <a:ext cx="6492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PLATEAU 3D都市モデル / オープンデータ / Google Maps API / その他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7" name="Google Shape;1787;p2"/>
          <p:cNvSpPr/>
          <p:nvPr/>
        </p:nvSpPr>
        <p:spPr>
          <a:xfrm>
            <a:off x="3931920" y="6355080"/>
            <a:ext cx="6492240" cy="7315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8" name="Google Shape;1788;p2"/>
          <p:cNvSpPr/>
          <p:nvPr/>
        </p:nvSpPr>
        <p:spPr>
          <a:xfrm>
            <a:off x="274320" y="722376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© H-Tus Ltd. CC-BY-SA 4.0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9" name="Google Shape;1789;p2"/>
          <p:cNvSpPr/>
          <p:nvPr/>
        </p:nvSpPr>
        <p:spPr>
          <a:xfrm>
            <a:off x="274326" y="868675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チーム名：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0" name="Google Shape;1790;p2"/>
          <p:cNvSpPr/>
          <p:nvPr/>
        </p:nvSpPr>
        <p:spPr>
          <a:xfrm>
            <a:off x="124551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5" name="Shape 1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6" name="Google Shape;1796;g3afcfb39b93_0_1668"/>
          <p:cNvSpPr/>
          <p:nvPr/>
        </p:nvSpPr>
        <p:spPr>
          <a:xfrm>
            <a:off x="0" y="0"/>
            <a:ext cx="10689300" cy="731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7" name="Google Shape;1797;g3afcfb39b93_0_1668"/>
          <p:cNvSpPr/>
          <p:nvPr/>
        </p:nvSpPr>
        <p:spPr>
          <a:xfrm>
            <a:off x="274320" y="1371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アイデアスケッチ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8" name="Google Shape;1798;g3afcfb39b93_0_1668"/>
          <p:cNvSpPr/>
          <p:nvPr/>
        </p:nvSpPr>
        <p:spPr>
          <a:xfrm>
            <a:off x="7772400" y="22860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4B942"/>
                </a:solidFill>
                <a:latin typeface="Arial"/>
                <a:ea typeface="Arial"/>
                <a:cs typeface="Arial"/>
                <a:sym typeface="Arial"/>
              </a:rPr>
              <a:t>KYOTO PLATEAU HACK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9" name="Google Shape;1799;g3afcfb39b93_0_1668"/>
          <p:cNvSpPr/>
          <p:nvPr/>
        </p:nvSpPr>
        <p:spPr>
          <a:xfrm>
            <a:off x="274320" y="128016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0" name="Google Shape;1800;g3afcfb39b93_0_1668"/>
          <p:cNvSpPr/>
          <p:nvPr/>
        </p:nvSpPr>
        <p:spPr>
          <a:xfrm>
            <a:off x="502920" y="128016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アイデアのヘッドライン（25字以内）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1" name="Google Shape;1801;g3afcfb39b93_0_1668"/>
          <p:cNvSpPr/>
          <p:nvPr/>
        </p:nvSpPr>
        <p:spPr>
          <a:xfrm>
            <a:off x="502920" y="160020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💡 アイデアを端的に表すキャッチコピー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2" name="Google Shape;1802;g3afcfb39b93_0_1668"/>
          <p:cNvSpPr/>
          <p:nvPr/>
        </p:nvSpPr>
        <p:spPr>
          <a:xfrm>
            <a:off x="274320" y="1874520"/>
            <a:ext cx="10149900" cy="5487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3" name="Google Shape;1803;g3afcfb39b93_0_1668"/>
          <p:cNvSpPr/>
          <p:nvPr/>
        </p:nvSpPr>
        <p:spPr>
          <a:xfrm>
            <a:off x="274320" y="2606040"/>
            <a:ext cx="3474600" cy="3201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4" name="Google Shape;1804;g3afcfb39b93_0_1668"/>
          <p:cNvSpPr/>
          <p:nvPr/>
        </p:nvSpPr>
        <p:spPr>
          <a:xfrm>
            <a:off x="274320" y="2606040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Before このアイデアがない世界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5" name="Google Shape;1805;g3afcfb39b93_0_1668"/>
          <p:cNvSpPr/>
          <p:nvPr/>
        </p:nvSpPr>
        <p:spPr>
          <a:xfrm>
            <a:off x="274320" y="2926080"/>
            <a:ext cx="347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ユーザーは何に困っている？何ができない？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6" name="Google Shape;1806;g3afcfb39b93_0_1668"/>
          <p:cNvSpPr/>
          <p:nvPr/>
        </p:nvSpPr>
        <p:spPr>
          <a:xfrm>
            <a:off x="274320" y="3108960"/>
            <a:ext cx="3474600" cy="164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7" name="Google Shape;1807;g3afcfb39b93_0_1668"/>
          <p:cNvSpPr/>
          <p:nvPr/>
        </p:nvSpPr>
        <p:spPr>
          <a:xfrm>
            <a:off x="274320" y="4937760"/>
            <a:ext cx="3474600" cy="320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8" name="Google Shape;1808;g3afcfb39b93_0_1668"/>
          <p:cNvSpPr/>
          <p:nvPr/>
        </p:nvSpPr>
        <p:spPr>
          <a:xfrm>
            <a:off x="274320" y="4937760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After このアイデアがもたらす価値・変化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9" name="Google Shape;1809;g3afcfb39b93_0_1668"/>
          <p:cNvSpPr/>
          <p:nvPr/>
        </p:nvSpPr>
        <p:spPr>
          <a:xfrm>
            <a:off x="274320" y="5257800"/>
            <a:ext cx="347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ユーザーが手に入れる新しい価値は？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0" name="Google Shape;1810;g3afcfb39b93_0_1668"/>
          <p:cNvSpPr/>
          <p:nvPr/>
        </p:nvSpPr>
        <p:spPr>
          <a:xfrm>
            <a:off x="274320" y="5440680"/>
            <a:ext cx="3474600" cy="164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1" name="Google Shape;1811;g3afcfb39b93_0_1668"/>
          <p:cNvSpPr/>
          <p:nvPr/>
        </p:nvSpPr>
        <p:spPr>
          <a:xfrm>
            <a:off x="3931920" y="2606040"/>
            <a:ext cx="6492300" cy="320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2" name="Google Shape;1812;g3afcfb39b93_0_1668"/>
          <p:cNvSpPr/>
          <p:nvPr/>
        </p:nvSpPr>
        <p:spPr>
          <a:xfrm>
            <a:off x="3931920" y="2606040"/>
            <a:ext cx="649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アイデア概要（絵でもOK！）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3" name="Google Shape;1813;g3afcfb39b93_0_1668"/>
          <p:cNvSpPr/>
          <p:nvPr/>
        </p:nvSpPr>
        <p:spPr>
          <a:xfrm>
            <a:off x="3931920" y="2926080"/>
            <a:ext cx="6492300" cy="2834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4" name="Google Shape;1814;g3afcfb39b93_0_1668"/>
          <p:cNvSpPr/>
          <p:nvPr/>
        </p:nvSpPr>
        <p:spPr>
          <a:xfrm>
            <a:off x="3931920" y="5852160"/>
            <a:ext cx="6492300" cy="320100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5" name="Google Shape;1815;g3afcfb39b93_0_1668"/>
          <p:cNvSpPr/>
          <p:nvPr/>
        </p:nvSpPr>
        <p:spPr>
          <a:xfrm>
            <a:off x="3931920" y="5852160"/>
            <a:ext cx="649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どんなデータを使う？どう活かす？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6" name="Google Shape;1816;g3afcfb39b93_0_1668"/>
          <p:cNvSpPr/>
          <p:nvPr/>
        </p:nvSpPr>
        <p:spPr>
          <a:xfrm>
            <a:off x="3931920" y="6172200"/>
            <a:ext cx="6492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PLATEAU 3D都市モデル / オープンデータ / Google Maps API / その他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7" name="Google Shape;1817;g3afcfb39b93_0_1668"/>
          <p:cNvSpPr/>
          <p:nvPr/>
        </p:nvSpPr>
        <p:spPr>
          <a:xfrm>
            <a:off x="3931920" y="6355080"/>
            <a:ext cx="6492300" cy="731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8" name="Google Shape;1818;g3afcfb39b93_0_1668"/>
          <p:cNvSpPr/>
          <p:nvPr/>
        </p:nvSpPr>
        <p:spPr>
          <a:xfrm>
            <a:off x="274320" y="722376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© H-Tus Ltd. CC-BY-SA 4.0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9" name="Google Shape;1819;g3afcfb39b93_0_1668"/>
          <p:cNvSpPr/>
          <p:nvPr/>
        </p:nvSpPr>
        <p:spPr>
          <a:xfrm>
            <a:off x="274326" y="868675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チーム名：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0" name="Google Shape;1820;g3afcfb39b93_0_1668"/>
          <p:cNvSpPr/>
          <p:nvPr/>
        </p:nvSpPr>
        <p:spPr>
          <a:xfrm>
            <a:off x="124551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5" name="Shape 1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6" name="Google Shape;1826;g3afcfb39b93_0_1697"/>
          <p:cNvSpPr/>
          <p:nvPr/>
        </p:nvSpPr>
        <p:spPr>
          <a:xfrm>
            <a:off x="0" y="0"/>
            <a:ext cx="10689300" cy="731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7" name="Google Shape;1827;g3afcfb39b93_0_1697"/>
          <p:cNvSpPr/>
          <p:nvPr/>
        </p:nvSpPr>
        <p:spPr>
          <a:xfrm>
            <a:off x="274320" y="1371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アイデアスケッチ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8" name="Google Shape;1828;g3afcfb39b93_0_1697"/>
          <p:cNvSpPr/>
          <p:nvPr/>
        </p:nvSpPr>
        <p:spPr>
          <a:xfrm>
            <a:off x="7772400" y="22860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4B942"/>
                </a:solidFill>
                <a:latin typeface="Arial"/>
                <a:ea typeface="Arial"/>
                <a:cs typeface="Arial"/>
                <a:sym typeface="Arial"/>
              </a:rPr>
              <a:t>KYOTO PLATEAU HACK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9" name="Google Shape;1829;g3afcfb39b93_0_1697"/>
          <p:cNvSpPr/>
          <p:nvPr/>
        </p:nvSpPr>
        <p:spPr>
          <a:xfrm>
            <a:off x="274320" y="128016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0" name="Google Shape;1830;g3afcfb39b93_0_1697"/>
          <p:cNvSpPr/>
          <p:nvPr/>
        </p:nvSpPr>
        <p:spPr>
          <a:xfrm>
            <a:off x="502920" y="128016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アイデアのヘッドライン（25字以内）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1" name="Google Shape;1831;g3afcfb39b93_0_1697"/>
          <p:cNvSpPr/>
          <p:nvPr/>
        </p:nvSpPr>
        <p:spPr>
          <a:xfrm>
            <a:off x="502920" y="160020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💡 アイデアを端的に表すキャッチコピー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2" name="Google Shape;1832;g3afcfb39b93_0_1697"/>
          <p:cNvSpPr/>
          <p:nvPr/>
        </p:nvSpPr>
        <p:spPr>
          <a:xfrm>
            <a:off x="274320" y="1874520"/>
            <a:ext cx="10149900" cy="5487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3" name="Google Shape;1833;g3afcfb39b93_0_1697"/>
          <p:cNvSpPr/>
          <p:nvPr/>
        </p:nvSpPr>
        <p:spPr>
          <a:xfrm>
            <a:off x="274320" y="2606040"/>
            <a:ext cx="3474600" cy="3201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4" name="Google Shape;1834;g3afcfb39b93_0_1697"/>
          <p:cNvSpPr/>
          <p:nvPr/>
        </p:nvSpPr>
        <p:spPr>
          <a:xfrm>
            <a:off x="274320" y="2606040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Before このアイデアがない世界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5" name="Google Shape;1835;g3afcfb39b93_0_1697"/>
          <p:cNvSpPr/>
          <p:nvPr/>
        </p:nvSpPr>
        <p:spPr>
          <a:xfrm>
            <a:off x="274320" y="2926080"/>
            <a:ext cx="347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ユーザーは何に困っている？何ができない？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6" name="Google Shape;1836;g3afcfb39b93_0_1697"/>
          <p:cNvSpPr/>
          <p:nvPr/>
        </p:nvSpPr>
        <p:spPr>
          <a:xfrm>
            <a:off x="274320" y="3108960"/>
            <a:ext cx="3474600" cy="164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7" name="Google Shape;1837;g3afcfb39b93_0_1697"/>
          <p:cNvSpPr/>
          <p:nvPr/>
        </p:nvSpPr>
        <p:spPr>
          <a:xfrm>
            <a:off x="274320" y="4937760"/>
            <a:ext cx="3474600" cy="320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8" name="Google Shape;1838;g3afcfb39b93_0_1697"/>
          <p:cNvSpPr/>
          <p:nvPr/>
        </p:nvSpPr>
        <p:spPr>
          <a:xfrm>
            <a:off x="274320" y="4937760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After このアイデアがもたらす価値・変化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9" name="Google Shape;1839;g3afcfb39b93_0_1697"/>
          <p:cNvSpPr/>
          <p:nvPr/>
        </p:nvSpPr>
        <p:spPr>
          <a:xfrm>
            <a:off x="274320" y="5257800"/>
            <a:ext cx="347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ユーザーが手に入れる新しい価値は？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0" name="Google Shape;1840;g3afcfb39b93_0_1697"/>
          <p:cNvSpPr/>
          <p:nvPr/>
        </p:nvSpPr>
        <p:spPr>
          <a:xfrm>
            <a:off x="274320" y="5440680"/>
            <a:ext cx="3474600" cy="164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1" name="Google Shape;1841;g3afcfb39b93_0_1697"/>
          <p:cNvSpPr/>
          <p:nvPr/>
        </p:nvSpPr>
        <p:spPr>
          <a:xfrm>
            <a:off x="3931920" y="2606040"/>
            <a:ext cx="6492300" cy="320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2" name="Google Shape;1842;g3afcfb39b93_0_1697"/>
          <p:cNvSpPr/>
          <p:nvPr/>
        </p:nvSpPr>
        <p:spPr>
          <a:xfrm>
            <a:off x="3931920" y="2606040"/>
            <a:ext cx="649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アイデア概要（絵でもOK！）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3" name="Google Shape;1843;g3afcfb39b93_0_1697"/>
          <p:cNvSpPr/>
          <p:nvPr/>
        </p:nvSpPr>
        <p:spPr>
          <a:xfrm>
            <a:off x="3931920" y="2926080"/>
            <a:ext cx="6492300" cy="2834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4" name="Google Shape;1844;g3afcfb39b93_0_1697"/>
          <p:cNvSpPr/>
          <p:nvPr/>
        </p:nvSpPr>
        <p:spPr>
          <a:xfrm>
            <a:off x="3931920" y="5852160"/>
            <a:ext cx="6492300" cy="320100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5" name="Google Shape;1845;g3afcfb39b93_0_1697"/>
          <p:cNvSpPr/>
          <p:nvPr/>
        </p:nvSpPr>
        <p:spPr>
          <a:xfrm>
            <a:off x="3931920" y="5852160"/>
            <a:ext cx="649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どんなデータを使う？どう活かす？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6" name="Google Shape;1846;g3afcfb39b93_0_1697"/>
          <p:cNvSpPr/>
          <p:nvPr/>
        </p:nvSpPr>
        <p:spPr>
          <a:xfrm>
            <a:off x="3931920" y="6172200"/>
            <a:ext cx="6492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PLATEAU 3D都市モデル / オープンデータ / Google Maps API / その他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7" name="Google Shape;1847;g3afcfb39b93_0_1697"/>
          <p:cNvSpPr/>
          <p:nvPr/>
        </p:nvSpPr>
        <p:spPr>
          <a:xfrm>
            <a:off x="3931920" y="6355080"/>
            <a:ext cx="6492300" cy="731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8" name="Google Shape;1848;g3afcfb39b93_0_1697"/>
          <p:cNvSpPr/>
          <p:nvPr/>
        </p:nvSpPr>
        <p:spPr>
          <a:xfrm>
            <a:off x="274320" y="722376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© H-Tus Ltd. CC-BY-SA 4.0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9" name="Google Shape;1849;g3afcfb39b93_0_1697"/>
          <p:cNvSpPr/>
          <p:nvPr/>
        </p:nvSpPr>
        <p:spPr>
          <a:xfrm>
            <a:off x="274326" y="868675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チーム名：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0" name="Google Shape;1850;g3afcfb39b93_0_1697"/>
          <p:cNvSpPr/>
          <p:nvPr/>
        </p:nvSpPr>
        <p:spPr>
          <a:xfrm>
            <a:off x="124551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5" name="Shape 1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6" name="Google Shape;1856;g3afcfb39b93_0_1726"/>
          <p:cNvSpPr/>
          <p:nvPr/>
        </p:nvSpPr>
        <p:spPr>
          <a:xfrm>
            <a:off x="0" y="0"/>
            <a:ext cx="10689300" cy="731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7" name="Google Shape;1857;g3afcfb39b93_0_1726"/>
          <p:cNvSpPr/>
          <p:nvPr/>
        </p:nvSpPr>
        <p:spPr>
          <a:xfrm>
            <a:off x="274320" y="1371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アイデアスケッチ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8" name="Google Shape;1858;g3afcfb39b93_0_1726"/>
          <p:cNvSpPr/>
          <p:nvPr/>
        </p:nvSpPr>
        <p:spPr>
          <a:xfrm>
            <a:off x="7772400" y="22860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4B942"/>
                </a:solidFill>
                <a:latin typeface="Arial"/>
                <a:ea typeface="Arial"/>
                <a:cs typeface="Arial"/>
                <a:sym typeface="Arial"/>
              </a:rPr>
              <a:t>KYOTO PLATEAU HACK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9" name="Google Shape;1859;g3afcfb39b93_0_1726"/>
          <p:cNvSpPr/>
          <p:nvPr/>
        </p:nvSpPr>
        <p:spPr>
          <a:xfrm>
            <a:off x="274320" y="128016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0" name="Google Shape;1860;g3afcfb39b93_0_1726"/>
          <p:cNvSpPr/>
          <p:nvPr/>
        </p:nvSpPr>
        <p:spPr>
          <a:xfrm>
            <a:off x="502920" y="128016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アイデアのヘッドライン（25字以内）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1" name="Google Shape;1861;g3afcfb39b93_0_1726"/>
          <p:cNvSpPr/>
          <p:nvPr/>
        </p:nvSpPr>
        <p:spPr>
          <a:xfrm>
            <a:off x="502920" y="160020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💡 アイデアを端的に表すキャッチコピー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2" name="Google Shape;1862;g3afcfb39b93_0_1726"/>
          <p:cNvSpPr/>
          <p:nvPr/>
        </p:nvSpPr>
        <p:spPr>
          <a:xfrm>
            <a:off x="274320" y="1874520"/>
            <a:ext cx="10149900" cy="5487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3" name="Google Shape;1863;g3afcfb39b93_0_1726"/>
          <p:cNvSpPr/>
          <p:nvPr/>
        </p:nvSpPr>
        <p:spPr>
          <a:xfrm>
            <a:off x="274320" y="2606040"/>
            <a:ext cx="3474600" cy="3201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4" name="Google Shape;1864;g3afcfb39b93_0_1726"/>
          <p:cNvSpPr/>
          <p:nvPr/>
        </p:nvSpPr>
        <p:spPr>
          <a:xfrm>
            <a:off x="274320" y="2606040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Before このアイデアがない世界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5" name="Google Shape;1865;g3afcfb39b93_0_1726"/>
          <p:cNvSpPr/>
          <p:nvPr/>
        </p:nvSpPr>
        <p:spPr>
          <a:xfrm>
            <a:off x="274320" y="2926080"/>
            <a:ext cx="347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ユーザーは何に困っている？何ができない？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6" name="Google Shape;1866;g3afcfb39b93_0_1726"/>
          <p:cNvSpPr/>
          <p:nvPr/>
        </p:nvSpPr>
        <p:spPr>
          <a:xfrm>
            <a:off x="274320" y="3108960"/>
            <a:ext cx="3474600" cy="164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7" name="Google Shape;1867;g3afcfb39b93_0_1726"/>
          <p:cNvSpPr/>
          <p:nvPr/>
        </p:nvSpPr>
        <p:spPr>
          <a:xfrm>
            <a:off x="274320" y="4937760"/>
            <a:ext cx="3474600" cy="320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8" name="Google Shape;1868;g3afcfb39b93_0_1726"/>
          <p:cNvSpPr/>
          <p:nvPr/>
        </p:nvSpPr>
        <p:spPr>
          <a:xfrm>
            <a:off x="274320" y="4937760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After このアイデアがもたらす価値・変化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9" name="Google Shape;1869;g3afcfb39b93_0_1726"/>
          <p:cNvSpPr/>
          <p:nvPr/>
        </p:nvSpPr>
        <p:spPr>
          <a:xfrm>
            <a:off x="274320" y="5257800"/>
            <a:ext cx="347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ユーザーが手に入れる新しい価値は？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0" name="Google Shape;1870;g3afcfb39b93_0_1726"/>
          <p:cNvSpPr/>
          <p:nvPr/>
        </p:nvSpPr>
        <p:spPr>
          <a:xfrm>
            <a:off x="274320" y="5440680"/>
            <a:ext cx="3474600" cy="164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1" name="Google Shape;1871;g3afcfb39b93_0_1726"/>
          <p:cNvSpPr/>
          <p:nvPr/>
        </p:nvSpPr>
        <p:spPr>
          <a:xfrm>
            <a:off x="3931920" y="2606040"/>
            <a:ext cx="6492300" cy="320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2" name="Google Shape;1872;g3afcfb39b93_0_1726"/>
          <p:cNvSpPr/>
          <p:nvPr/>
        </p:nvSpPr>
        <p:spPr>
          <a:xfrm>
            <a:off x="3931920" y="2606040"/>
            <a:ext cx="649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アイデア概要（絵でもOK！）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3" name="Google Shape;1873;g3afcfb39b93_0_1726"/>
          <p:cNvSpPr/>
          <p:nvPr/>
        </p:nvSpPr>
        <p:spPr>
          <a:xfrm>
            <a:off x="3931920" y="2926080"/>
            <a:ext cx="6492300" cy="2834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4" name="Google Shape;1874;g3afcfb39b93_0_1726"/>
          <p:cNvSpPr/>
          <p:nvPr/>
        </p:nvSpPr>
        <p:spPr>
          <a:xfrm>
            <a:off x="3931920" y="5852160"/>
            <a:ext cx="6492300" cy="320100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5" name="Google Shape;1875;g3afcfb39b93_0_1726"/>
          <p:cNvSpPr/>
          <p:nvPr/>
        </p:nvSpPr>
        <p:spPr>
          <a:xfrm>
            <a:off x="3931920" y="5852160"/>
            <a:ext cx="649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どんなデータを使う？どう活かす？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6" name="Google Shape;1876;g3afcfb39b93_0_1726"/>
          <p:cNvSpPr/>
          <p:nvPr/>
        </p:nvSpPr>
        <p:spPr>
          <a:xfrm>
            <a:off x="3931920" y="6172200"/>
            <a:ext cx="6492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PLATEAU 3D都市モデル / オープンデータ / Google Maps API / その他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7" name="Google Shape;1877;g3afcfb39b93_0_1726"/>
          <p:cNvSpPr/>
          <p:nvPr/>
        </p:nvSpPr>
        <p:spPr>
          <a:xfrm>
            <a:off x="3931920" y="6355080"/>
            <a:ext cx="6492300" cy="731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8" name="Google Shape;1878;g3afcfb39b93_0_1726"/>
          <p:cNvSpPr/>
          <p:nvPr/>
        </p:nvSpPr>
        <p:spPr>
          <a:xfrm>
            <a:off x="274320" y="722376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© H-Tus Ltd. CC-BY-SA 4.0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9" name="Google Shape;1879;g3afcfb39b93_0_1726"/>
          <p:cNvSpPr/>
          <p:nvPr/>
        </p:nvSpPr>
        <p:spPr>
          <a:xfrm>
            <a:off x="274326" y="868675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チーム名：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0" name="Google Shape;1880;g3afcfb39b93_0_1726"/>
          <p:cNvSpPr/>
          <p:nvPr/>
        </p:nvSpPr>
        <p:spPr>
          <a:xfrm>
            <a:off x="124551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5" name="Shape 1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6" name="Google Shape;1886;g3afcfb39b93_0_1755"/>
          <p:cNvSpPr/>
          <p:nvPr/>
        </p:nvSpPr>
        <p:spPr>
          <a:xfrm>
            <a:off x="0" y="0"/>
            <a:ext cx="10689300" cy="731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7" name="Google Shape;1887;g3afcfb39b93_0_1755"/>
          <p:cNvSpPr/>
          <p:nvPr/>
        </p:nvSpPr>
        <p:spPr>
          <a:xfrm>
            <a:off x="274320" y="1371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アイデアスケッチ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8" name="Google Shape;1888;g3afcfb39b93_0_1755"/>
          <p:cNvSpPr/>
          <p:nvPr/>
        </p:nvSpPr>
        <p:spPr>
          <a:xfrm>
            <a:off x="7772400" y="22860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4B942"/>
                </a:solidFill>
                <a:latin typeface="Arial"/>
                <a:ea typeface="Arial"/>
                <a:cs typeface="Arial"/>
                <a:sym typeface="Arial"/>
              </a:rPr>
              <a:t>KYOTO PLATEAU HACK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9" name="Google Shape;1889;g3afcfb39b93_0_1755"/>
          <p:cNvSpPr/>
          <p:nvPr/>
        </p:nvSpPr>
        <p:spPr>
          <a:xfrm>
            <a:off x="274320" y="128016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0" name="Google Shape;1890;g3afcfb39b93_0_1755"/>
          <p:cNvSpPr/>
          <p:nvPr/>
        </p:nvSpPr>
        <p:spPr>
          <a:xfrm>
            <a:off x="502920" y="128016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アイデアのヘッドライン（25字以内）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1" name="Google Shape;1891;g3afcfb39b93_0_1755"/>
          <p:cNvSpPr/>
          <p:nvPr/>
        </p:nvSpPr>
        <p:spPr>
          <a:xfrm>
            <a:off x="502920" y="160020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💡 アイデアを端的に表すキャッチコピー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2" name="Google Shape;1892;g3afcfb39b93_0_1755"/>
          <p:cNvSpPr/>
          <p:nvPr/>
        </p:nvSpPr>
        <p:spPr>
          <a:xfrm>
            <a:off x="274320" y="1874520"/>
            <a:ext cx="10149900" cy="5487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3" name="Google Shape;1893;g3afcfb39b93_0_1755"/>
          <p:cNvSpPr/>
          <p:nvPr/>
        </p:nvSpPr>
        <p:spPr>
          <a:xfrm>
            <a:off x="274320" y="2606040"/>
            <a:ext cx="3474600" cy="3201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4" name="Google Shape;1894;g3afcfb39b93_0_1755"/>
          <p:cNvSpPr/>
          <p:nvPr/>
        </p:nvSpPr>
        <p:spPr>
          <a:xfrm>
            <a:off x="274320" y="2606040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Before このアイデアがない世界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5" name="Google Shape;1895;g3afcfb39b93_0_1755"/>
          <p:cNvSpPr/>
          <p:nvPr/>
        </p:nvSpPr>
        <p:spPr>
          <a:xfrm>
            <a:off x="274320" y="2926080"/>
            <a:ext cx="347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ユーザーは何に困っている？何ができない？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6" name="Google Shape;1896;g3afcfb39b93_0_1755"/>
          <p:cNvSpPr/>
          <p:nvPr/>
        </p:nvSpPr>
        <p:spPr>
          <a:xfrm>
            <a:off x="274320" y="3108960"/>
            <a:ext cx="3474600" cy="164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7" name="Google Shape;1897;g3afcfb39b93_0_1755"/>
          <p:cNvSpPr/>
          <p:nvPr/>
        </p:nvSpPr>
        <p:spPr>
          <a:xfrm>
            <a:off x="274320" y="4937760"/>
            <a:ext cx="3474600" cy="320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8" name="Google Shape;1898;g3afcfb39b93_0_1755"/>
          <p:cNvSpPr/>
          <p:nvPr/>
        </p:nvSpPr>
        <p:spPr>
          <a:xfrm>
            <a:off x="274320" y="4937760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After このアイデアがもたらす価値・変化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9" name="Google Shape;1899;g3afcfb39b93_0_1755"/>
          <p:cNvSpPr/>
          <p:nvPr/>
        </p:nvSpPr>
        <p:spPr>
          <a:xfrm>
            <a:off x="274320" y="5257800"/>
            <a:ext cx="347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ユーザーが手に入れる新しい価値は？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0" name="Google Shape;1900;g3afcfb39b93_0_1755"/>
          <p:cNvSpPr/>
          <p:nvPr/>
        </p:nvSpPr>
        <p:spPr>
          <a:xfrm>
            <a:off x="274320" y="5440680"/>
            <a:ext cx="3474600" cy="164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1" name="Google Shape;1901;g3afcfb39b93_0_1755"/>
          <p:cNvSpPr/>
          <p:nvPr/>
        </p:nvSpPr>
        <p:spPr>
          <a:xfrm>
            <a:off x="3931920" y="2606040"/>
            <a:ext cx="6492300" cy="320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2" name="Google Shape;1902;g3afcfb39b93_0_1755"/>
          <p:cNvSpPr/>
          <p:nvPr/>
        </p:nvSpPr>
        <p:spPr>
          <a:xfrm>
            <a:off x="3931920" y="2606040"/>
            <a:ext cx="649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アイデア概要（絵でもOK！）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3" name="Google Shape;1903;g3afcfb39b93_0_1755"/>
          <p:cNvSpPr/>
          <p:nvPr/>
        </p:nvSpPr>
        <p:spPr>
          <a:xfrm>
            <a:off x="3931920" y="2926080"/>
            <a:ext cx="6492300" cy="2834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4" name="Google Shape;1904;g3afcfb39b93_0_1755"/>
          <p:cNvSpPr/>
          <p:nvPr/>
        </p:nvSpPr>
        <p:spPr>
          <a:xfrm>
            <a:off x="3931920" y="5852160"/>
            <a:ext cx="6492300" cy="320100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5" name="Google Shape;1905;g3afcfb39b93_0_1755"/>
          <p:cNvSpPr/>
          <p:nvPr/>
        </p:nvSpPr>
        <p:spPr>
          <a:xfrm>
            <a:off x="3931920" y="5852160"/>
            <a:ext cx="649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どんなデータを使う？どう活かす？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6" name="Google Shape;1906;g3afcfb39b93_0_1755"/>
          <p:cNvSpPr/>
          <p:nvPr/>
        </p:nvSpPr>
        <p:spPr>
          <a:xfrm>
            <a:off x="3931920" y="6172200"/>
            <a:ext cx="6492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PLATEAU 3D都市モデル / オープンデータ / Google Maps API / その他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7" name="Google Shape;1907;g3afcfb39b93_0_1755"/>
          <p:cNvSpPr/>
          <p:nvPr/>
        </p:nvSpPr>
        <p:spPr>
          <a:xfrm>
            <a:off x="3931920" y="6355080"/>
            <a:ext cx="6492300" cy="731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8" name="Google Shape;1908;g3afcfb39b93_0_1755"/>
          <p:cNvSpPr/>
          <p:nvPr/>
        </p:nvSpPr>
        <p:spPr>
          <a:xfrm>
            <a:off x="274320" y="722376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© H-Tus Ltd. CC-BY-SA 4.0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9" name="Google Shape;1909;g3afcfb39b93_0_1755"/>
          <p:cNvSpPr/>
          <p:nvPr/>
        </p:nvSpPr>
        <p:spPr>
          <a:xfrm>
            <a:off x="274326" y="868675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チーム名：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0" name="Google Shape;1910;g3afcfb39b93_0_1755"/>
          <p:cNvSpPr/>
          <p:nvPr/>
        </p:nvSpPr>
        <p:spPr>
          <a:xfrm>
            <a:off x="124551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5" name="Shape 1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6" name="Google Shape;1916;g3afcfb39b93_0_1784"/>
          <p:cNvSpPr/>
          <p:nvPr/>
        </p:nvSpPr>
        <p:spPr>
          <a:xfrm>
            <a:off x="0" y="0"/>
            <a:ext cx="10689300" cy="731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7" name="Google Shape;1917;g3afcfb39b93_0_1784"/>
          <p:cNvSpPr/>
          <p:nvPr/>
        </p:nvSpPr>
        <p:spPr>
          <a:xfrm>
            <a:off x="274320" y="1371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アイデアスケッチ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8" name="Google Shape;1918;g3afcfb39b93_0_1784"/>
          <p:cNvSpPr/>
          <p:nvPr/>
        </p:nvSpPr>
        <p:spPr>
          <a:xfrm>
            <a:off x="7772400" y="22860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4B942"/>
                </a:solidFill>
                <a:latin typeface="Arial"/>
                <a:ea typeface="Arial"/>
                <a:cs typeface="Arial"/>
                <a:sym typeface="Arial"/>
              </a:rPr>
              <a:t>KYOTO PLATEAU HACK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9" name="Google Shape;1919;g3afcfb39b93_0_1784"/>
          <p:cNvSpPr/>
          <p:nvPr/>
        </p:nvSpPr>
        <p:spPr>
          <a:xfrm>
            <a:off x="274320" y="128016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0" name="Google Shape;1920;g3afcfb39b93_0_1784"/>
          <p:cNvSpPr/>
          <p:nvPr/>
        </p:nvSpPr>
        <p:spPr>
          <a:xfrm>
            <a:off x="502920" y="128016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アイデアのヘッドライン（25字以内）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1" name="Google Shape;1921;g3afcfb39b93_0_1784"/>
          <p:cNvSpPr/>
          <p:nvPr/>
        </p:nvSpPr>
        <p:spPr>
          <a:xfrm>
            <a:off x="502920" y="160020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💡 アイデアを端的に表すキャッチコピー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2" name="Google Shape;1922;g3afcfb39b93_0_1784"/>
          <p:cNvSpPr/>
          <p:nvPr/>
        </p:nvSpPr>
        <p:spPr>
          <a:xfrm>
            <a:off x="274320" y="1874520"/>
            <a:ext cx="10149900" cy="5487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3" name="Google Shape;1923;g3afcfb39b93_0_1784"/>
          <p:cNvSpPr/>
          <p:nvPr/>
        </p:nvSpPr>
        <p:spPr>
          <a:xfrm>
            <a:off x="274320" y="2606040"/>
            <a:ext cx="3474600" cy="3201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4" name="Google Shape;1924;g3afcfb39b93_0_1784"/>
          <p:cNvSpPr/>
          <p:nvPr/>
        </p:nvSpPr>
        <p:spPr>
          <a:xfrm>
            <a:off x="274320" y="2606040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Before このアイデアがない世界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5" name="Google Shape;1925;g3afcfb39b93_0_1784"/>
          <p:cNvSpPr/>
          <p:nvPr/>
        </p:nvSpPr>
        <p:spPr>
          <a:xfrm>
            <a:off x="274320" y="2926080"/>
            <a:ext cx="347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ユーザーは何に困っている？何ができない？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6" name="Google Shape;1926;g3afcfb39b93_0_1784"/>
          <p:cNvSpPr/>
          <p:nvPr/>
        </p:nvSpPr>
        <p:spPr>
          <a:xfrm>
            <a:off x="274320" y="3108960"/>
            <a:ext cx="3474600" cy="164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7" name="Google Shape;1927;g3afcfb39b93_0_1784"/>
          <p:cNvSpPr/>
          <p:nvPr/>
        </p:nvSpPr>
        <p:spPr>
          <a:xfrm>
            <a:off x="274320" y="4937760"/>
            <a:ext cx="3474600" cy="320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8" name="Google Shape;1928;g3afcfb39b93_0_1784"/>
          <p:cNvSpPr/>
          <p:nvPr/>
        </p:nvSpPr>
        <p:spPr>
          <a:xfrm>
            <a:off x="274320" y="4937760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After このアイデアがもたらす価値・変化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9" name="Google Shape;1929;g3afcfb39b93_0_1784"/>
          <p:cNvSpPr/>
          <p:nvPr/>
        </p:nvSpPr>
        <p:spPr>
          <a:xfrm>
            <a:off x="274320" y="5257800"/>
            <a:ext cx="347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ユーザーが手に入れる新しい価値は？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0" name="Google Shape;1930;g3afcfb39b93_0_1784"/>
          <p:cNvSpPr/>
          <p:nvPr/>
        </p:nvSpPr>
        <p:spPr>
          <a:xfrm>
            <a:off x="274320" y="5440680"/>
            <a:ext cx="3474600" cy="164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1" name="Google Shape;1931;g3afcfb39b93_0_1784"/>
          <p:cNvSpPr/>
          <p:nvPr/>
        </p:nvSpPr>
        <p:spPr>
          <a:xfrm>
            <a:off x="3931920" y="2606040"/>
            <a:ext cx="6492300" cy="320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2" name="Google Shape;1932;g3afcfb39b93_0_1784"/>
          <p:cNvSpPr/>
          <p:nvPr/>
        </p:nvSpPr>
        <p:spPr>
          <a:xfrm>
            <a:off x="3931920" y="2606040"/>
            <a:ext cx="649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アイデア概要（絵でもOK！）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3" name="Google Shape;1933;g3afcfb39b93_0_1784"/>
          <p:cNvSpPr/>
          <p:nvPr/>
        </p:nvSpPr>
        <p:spPr>
          <a:xfrm>
            <a:off x="3931920" y="2926080"/>
            <a:ext cx="6492300" cy="2834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4" name="Google Shape;1934;g3afcfb39b93_0_1784"/>
          <p:cNvSpPr/>
          <p:nvPr/>
        </p:nvSpPr>
        <p:spPr>
          <a:xfrm>
            <a:off x="3931920" y="5852160"/>
            <a:ext cx="6492300" cy="320100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5" name="Google Shape;1935;g3afcfb39b93_0_1784"/>
          <p:cNvSpPr/>
          <p:nvPr/>
        </p:nvSpPr>
        <p:spPr>
          <a:xfrm>
            <a:off x="3931920" y="5852160"/>
            <a:ext cx="649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どんなデータを使う？どう活かす？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6" name="Google Shape;1936;g3afcfb39b93_0_1784"/>
          <p:cNvSpPr/>
          <p:nvPr/>
        </p:nvSpPr>
        <p:spPr>
          <a:xfrm>
            <a:off x="3931920" y="6172200"/>
            <a:ext cx="6492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PLATEAU 3D都市モデル / オープンデータ / Google Maps API / その他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7" name="Google Shape;1937;g3afcfb39b93_0_1784"/>
          <p:cNvSpPr/>
          <p:nvPr/>
        </p:nvSpPr>
        <p:spPr>
          <a:xfrm>
            <a:off x="3931920" y="6355080"/>
            <a:ext cx="6492300" cy="731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8" name="Google Shape;1938;g3afcfb39b93_0_1784"/>
          <p:cNvSpPr/>
          <p:nvPr/>
        </p:nvSpPr>
        <p:spPr>
          <a:xfrm>
            <a:off x="274320" y="722376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© H-Tus Ltd. CC-BY-SA 4.0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9" name="Google Shape;1939;g3afcfb39b93_0_1784"/>
          <p:cNvSpPr/>
          <p:nvPr/>
        </p:nvSpPr>
        <p:spPr>
          <a:xfrm>
            <a:off x="274326" y="868675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チーム名：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0" name="Google Shape;1940;g3afcfb39b93_0_1784"/>
          <p:cNvSpPr/>
          <p:nvPr/>
        </p:nvSpPr>
        <p:spPr>
          <a:xfrm>
            <a:off x="124551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5" name="Shape 1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" name="Google Shape;1946;g3afcfb39b93_0_1813"/>
          <p:cNvSpPr/>
          <p:nvPr/>
        </p:nvSpPr>
        <p:spPr>
          <a:xfrm>
            <a:off x="0" y="0"/>
            <a:ext cx="10689300" cy="731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7" name="Google Shape;1947;g3afcfb39b93_0_1813"/>
          <p:cNvSpPr/>
          <p:nvPr/>
        </p:nvSpPr>
        <p:spPr>
          <a:xfrm>
            <a:off x="274320" y="1371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アイデアスケッチ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8" name="Google Shape;1948;g3afcfb39b93_0_1813"/>
          <p:cNvSpPr/>
          <p:nvPr/>
        </p:nvSpPr>
        <p:spPr>
          <a:xfrm>
            <a:off x="7772400" y="22860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4B942"/>
                </a:solidFill>
                <a:latin typeface="Arial"/>
                <a:ea typeface="Arial"/>
                <a:cs typeface="Arial"/>
                <a:sym typeface="Arial"/>
              </a:rPr>
              <a:t>KYOTO PLATEAU HACK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9" name="Google Shape;1949;g3afcfb39b93_0_1813"/>
          <p:cNvSpPr/>
          <p:nvPr/>
        </p:nvSpPr>
        <p:spPr>
          <a:xfrm>
            <a:off x="274320" y="128016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0" name="Google Shape;1950;g3afcfb39b93_0_1813"/>
          <p:cNvSpPr/>
          <p:nvPr/>
        </p:nvSpPr>
        <p:spPr>
          <a:xfrm>
            <a:off x="502920" y="128016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アイデアのヘッドライン（25字以内）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1" name="Google Shape;1951;g3afcfb39b93_0_1813"/>
          <p:cNvSpPr/>
          <p:nvPr/>
        </p:nvSpPr>
        <p:spPr>
          <a:xfrm>
            <a:off x="502920" y="160020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💡 アイデアを端的に表すキャッチコピー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2" name="Google Shape;1952;g3afcfb39b93_0_1813"/>
          <p:cNvSpPr/>
          <p:nvPr/>
        </p:nvSpPr>
        <p:spPr>
          <a:xfrm>
            <a:off x="274320" y="1874520"/>
            <a:ext cx="10149900" cy="5487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3" name="Google Shape;1953;g3afcfb39b93_0_1813"/>
          <p:cNvSpPr/>
          <p:nvPr/>
        </p:nvSpPr>
        <p:spPr>
          <a:xfrm>
            <a:off x="274320" y="2606040"/>
            <a:ext cx="3474600" cy="3201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4" name="Google Shape;1954;g3afcfb39b93_0_1813"/>
          <p:cNvSpPr/>
          <p:nvPr/>
        </p:nvSpPr>
        <p:spPr>
          <a:xfrm>
            <a:off x="274320" y="2606040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Before このアイデアがない世界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5" name="Google Shape;1955;g3afcfb39b93_0_1813"/>
          <p:cNvSpPr/>
          <p:nvPr/>
        </p:nvSpPr>
        <p:spPr>
          <a:xfrm>
            <a:off x="274320" y="2926080"/>
            <a:ext cx="347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ユーザーは何に困っている？何ができない？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6" name="Google Shape;1956;g3afcfb39b93_0_1813"/>
          <p:cNvSpPr/>
          <p:nvPr/>
        </p:nvSpPr>
        <p:spPr>
          <a:xfrm>
            <a:off x="274320" y="3108960"/>
            <a:ext cx="3474600" cy="164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7" name="Google Shape;1957;g3afcfb39b93_0_1813"/>
          <p:cNvSpPr/>
          <p:nvPr/>
        </p:nvSpPr>
        <p:spPr>
          <a:xfrm>
            <a:off x="274320" y="4937760"/>
            <a:ext cx="3474600" cy="320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8" name="Google Shape;1958;g3afcfb39b93_0_1813"/>
          <p:cNvSpPr/>
          <p:nvPr/>
        </p:nvSpPr>
        <p:spPr>
          <a:xfrm>
            <a:off x="274320" y="4937760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After このアイデアがもたらす価値・変化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9" name="Google Shape;1959;g3afcfb39b93_0_1813"/>
          <p:cNvSpPr/>
          <p:nvPr/>
        </p:nvSpPr>
        <p:spPr>
          <a:xfrm>
            <a:off x="274320" y="5257800"/>
            <a:ext cx="347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ユーザーが手に入れる新しい価値は？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0" name="Google Shape;1960;g3afcfb39b93_0_1813"/>
          <p:cNvSpPr/>
          <p:nvPr/>
        </p:nvSpPr>
        <p:spPr>
          <a:xfrm>
            <a:off x="274320" y="5440680"/>
            <a:ext cx="3474600" cy="164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1" name="Google Shape;1961;g3afcfb39b93_0_1813"/>
          <p:cNvSpPr/>
          <p:nvPr/>
        </p:nvSpPr>
        <p:spPr>
          <a:xfrm>
            <a:off x="3931920" y="2606040"/>
            <a:ext cx="6492300" cy="320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2" name="Google Shape;1962;g3afcfb39b93_0_1813"/>
          <p:cNvSpPr/>
          <p:nvPr/>
        </p:nvSpPr>
        <p:spPr>
          <a:xfrm>
            <a:off x="3931920" y="2606040"/>
            <a:ext cx="649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アイデア概要（絵でもOK！）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3" name="Google Shape;1963;g3afcfb39b93_0_1813"/>
          <p:cNvSpPr/>
          <p:nvPr/>
        </p:nvSpPr>
        <p:spPr>
          <a:xfrm>
            <a:off x="3931920" y="2926080"/>
            <a:ext cx="6492300" cy="2834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4" name="Google Shape;1964;g3afcfb39b93_0_1813"/>
          <p:cNvSpPr/>
          <p:nvPr/>
        </p:nvSpPr>
        <p:spPr>
          <a:xfrm>
            <a:off x="3931920" y="5852160"/>
            <a:ext cx="6492300" cy="320100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5" name="Google Shape;1965;g3afcfb39b93_0_1813"/>
          <p:cNvSpPr/>
          <p:nvPr/>
        </p:nvSpPr>
        <p:spPr>
          <a:xfrm>
            <a:off x="3931920" y="5852160"/>
            <a:ext cx="649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どんなデータを使う？どう活かす？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6" name="Google Shape;1966;g3afcfb39b93_0_1813"/>
          <p:cNvSpPr/>
          <p:nvPr/>
        </p:nvSpPr>
        <p:spPr>
          <a:xfrm>
            <a:off x="3931920" y="6172200"/>
            <a:ext cx="6492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PLATEAU 3D都市モデル / オープンデータ / Google Maps API / その他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7" name="Google Shape;1967;g3afcfb39b93_0_1813"/>
          <p:cNvSpPr/>
          <p:nvPr/>
        </p:nvSpPr>
        <p:spPr>
          <a:xfrm>
            <a:off x="3931920" y="6355080"/>
            <a:ext cx="6492300" cy="731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8" name="Google Shape;1968;g3afcfb39b93_0_1813"/>
          <p:cNvSpPr/>
          <p:nvPr/>
        </p:nvSpPr>
        <p:spPr>
          <a:xfrm>
            <a:off x="274320" y="722376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© H-Tus Ltd. CC-BY-SA 4.0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9" name="Google Shape;1969;g3afcfb39b93_0_1813"/>
          <p:cNvSpPr/>
          <p:nvPr/>
        </p:nvSpPr>
        <p:spPr>
          <a:xfrm>
            <a:off x="274326" y="868675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チーム名：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0" name="Google Shape;1970;g3afcfb39b93_0_1813"/>
          <p:cNvSpPr/>
          <p:nvPr/>
        </p:nvSpPr>
        <p:spPr>
          <a:xfrm>
            <a:off x="124551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5" name="Shape 1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" name="Google Shape;1976;g3afcfb39b93_0_1842"/>
          <p:cNvSpPr/>
          <p:nvPr/>
        </p:nvSpPr>
        <p:spPr>
          <a:xfrm>
            <a:off x="0" y="0"/>
            <a:ext cx="10689300" cy="731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7" name="Google Shape;1977;g3afcfb39b93_0_1842"/>
          <p:cNvSpPr/>
          <p:nvPr/>
        </p:nvSpPr>
        <p:spPr>
          <a:xfrm>
            <a:off x="274320" y="1371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アイデアスケッチ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8" name="Google Shape;1978;g3afcfb39b93_0_1842"/>
          <p:cNvSpPr/>
          <p:nvPr/>
        </p:nvSpPr>
        <p:spPr>
          <a:xfrm>
            <a:off x="7772400" y="22860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4B942"/>
                </a:solidFill>
                <a:latin typeface="Arial"/>
                <a:ea typeface="Arial"/>
                <a:cs typeface="Arial"/>
                <a:sym typeface="Arial"/>
              </a:rPr>
              <a:t>KYOTO PLATEAU HACK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9" name="Google Shape;1979;g3afcfb39b93_0_1842"/>
          <p:cNvSpPr/>
          <p:nvPr/>
        </p:nvSpPr>
        <p:spPr>
          <a:xfrm>
            <a:off x="274320" y="128016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0" name="Google Shape;1980;g3afcfb39b93_0_1842"/>
          <p:cNvSpPr/>
          <p:nvPr/>
        </p:nvSpPr>
        <p:spPr>
          <a:xfrm>
            <a:off x="502920" y="128016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アイデアのヘッドライン（25字以内）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1" name="Google Shape;1981;g3afcfb39b93_0_1842"/>
          <p:cNvSpPr/>
          <p:nvPr/>
        </p:nvSpPr>
        <p:spPr>
          <a:xfrm>
            <a:off x="502920" y="160020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💡 アイデアを端的に表すキャッチコピー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2" name="Google Shape;1982;g3afcfb39b93_0_1842"/>
          <p:cNvSpPr/>
          <p:nvPr/>
        </p:nvSpPr>
        <p:spPr>
          <a:xfrm>
            <a:off x="274320" y="1874520"/>
            <a:ext cx="10149900" cy="5487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3" name="Google Shape;1983;g3afcfb39b93_0_1842"/>
          <p:cNvSpPr/>
          <p:nvPr/>
        </p:nvSpPr>
        <p:spPr>
          <a:xfrm>
            <a:off x="274320" y="2606040"/>
            <a:ext cx="3474600" cy="3201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4" name="Google Shape;1984;g3afcfb39b93_0_1842"/>
          <p:cNvSpPr/>
          <p:nvPr/>
        </p:nvSpPr>
        <p:spPr>
          <a:xfrm>
            <a:off x="274320" y="2606040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Before このアイデアがない世界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5" name="Google Shape;1985;g3afcfb39b93_0_1842"/>
          <p:cNvSpPr/>
          <p:nvPr/>
        </p:nvSpPr>
        <p:spPr>
          <a:xfrm>
            <a:off x="274320" y="2926080"/>
            <a:ext cx="347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ユーザーは何に困っている？何ができない？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6" name="Google Shape;1986;g3afcfb39b93_0_1842"/>
          <p:cNvSpPr/>
          <p:nvPr/>
        </p:nvSpPr>
        <p:spPr>
          <a:xfrm>
            <a:off x="274320" y="3108960"/>
            <a:ext cx="3474600" cy="164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7" name="Google Shape;1987;g3afcfb39b93_0_1842"/>
          <p:cNvSpPr/>
          <p:nvPr/>
        </p:nvSpPr>
        <p:spPr>
          <a:xfrm>
            <a:off x="274320" y="4937760"/>
            <a:ext cx="3474600" cy="320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8" name="Google Shape;1988;g3afcfb39b93_0_1842"/>
          <p:cNvSpPr/>
          <p:nvPr/>
        </p:nvSpPr>
        <p:spPr>
          <a:xfrm>
            <a:off x="274320" y="4937760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After このアイデアがもたらす価値・変化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9" name="Google Shape;1989;g3afcfb39b93_0_1842"/>
          <p:cNvSpPr/>
          <p:nvPr/>
        </p:nvSpPr>
        <p:spPr>
          <a:xfrm>
            <a:off x="274320" y="5257800"/>
            <a:ext cx="347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ユーザーが手に入れる新しい価値は？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0" name="Google Shape;1990;g3afcfb39b93_0_1842"/>
          <p:cNvSpPr/>
          <p:nvPr/>
        </p:nvSpPr>
        <p:spPr>
          <a:xfrm>
            <a:off x="274320" y="5440680"/>
            <a:ext cx="3474600" cy="164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1" name="Google Shape;1991;g3afcfb39b93_0_1842"/>
          <p:cNvSpPr/>
          <p:nvPr/>
        </p:nvSpPr>
        <p:spPr>
          <a:xfrm>
            <a:off x="3931920" y="2606040"/>
            <a:ext cx="6492300" cy="320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2" name="Google Shape;1992;g3afcfb39b93_0_1842"/>
          <p:cNvSpPr/>
          <p:nvPr/>
        </p:nvSpPr>
        <p:spPr>
          <a:xfrm>
            <a:off x="3931920" y="2606040"/>
            <a:ext cx="649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アイデア概要（絵でもOK！）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3" name="Google Shape;1993;g3afcfb39b93_0_1842"/>
          <p:cNvSpPr/>
          <p:nvPr/>
        </p:nvSpPr>
        <p:spPr>
          <a:xfrm>
            <a:off x="3931920" y="2926080"/>
            <a:ext cx="6492300" cy="2834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4" name="Google Shape;1994;g3afcfb39b93_0_1842"/>
          <p:cNvSpPr/>
          <p:nvPr/>
        </p:nvSpPr>
        <p:spPr>
          <a:xfrm>
            <a:off x="3931920" y="5852160"/>
            <a:ext cx="6492300" cy="320100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5" name="Google Shape;1995;g3afcfb39b93_0_1842"/>
          <p:cNvSpPr/>
          <p:nvPr/>
        </p:nvSpPr>
        <p:spPr>
          <a:xfrm>
            <a:off x="3931920" y="5852160"/>
            <a:ext cx="649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どんなデータを使う？どう活かす？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6" name="Google Shape;1996;g3afcfb39b93_0_1842"/>
          <p:cNvSpPr/>
          <p:nvPr/>
        </p:nvSpPr>
        <p:spPr>
          <a:xfrm>
            <a:off x="3931920" y="6172200"/>
            <a:ext cx="6492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PLATEAU 3D都市モデル / オープンデータ / Google Maps API / その他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7" name="Google Shape;1997;g3afcfb39b93_0_1842"/>
          <p:cNvSpPr/>
          <p:nvPr/>
        </p:nvSpPr>
        <p:spPr>
          <a:xfrm>
            <a:off x="3931920" y="6355080"/>
            <a:ext cx="6492300" cy="731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8" name="Google Shape;1998;g3afcfb39b93_0_1842"/>
          <p:cNvSpPr/>
          <p:nvPr/>
        </p:nvSpPr>
        <p:spPr>
          <a:xfrm>
            <a:off x="274320" y="722376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© H-Tus Ltd. CC-BY-SA 4.0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9" name="Google Shape;1999;g3afcfb39b93_0_1842"/>
          <p:cNvSpPr/>
          <p:nvPr/>
        </p:nvSpPr>
        <p:spPr>
          <a:xfrm>
            <a:off x="274326" y="868675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チーム名：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0" name="Google Shape;2000;g3afcfb39b93_0_1842"/>
          <p:cNvSpPr/>
          <p:nvPr/>
        </p:nvSpPr>
        <p:spPr>
          <a:xfrm>
            <a:off x="124551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5" name="Shape 2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6" name="Google Shape;2006;g3afcfb39b93_0_1871"/>
          <p:cNvSpPr/>
          <p:nvPr/>
        </p:nvSpPr>
        <p:spPr>
          <a:xfrm>
            <a:off x="0" y="0"/>
            <a:ext cx="10689300" cy="731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7" name="Google Shape;2007;g3afcfb39b93_0_1871"/>
          <p:cNvSpPr/>
          <p:nvPr/>
        </p:nvSpPr>
        <p:spPr>
          <a:xfrm>
            <a:off x="274320" y="1371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アイデアスケッチ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8" name="Google Shape;2008;g3afcfb39b93_0_1871"/>
          <p:cNvSpPr/>
          <p:nvPr/>
        </p:nvSpPr>
        <p:spPr>
          <a:xfrm>
            <a:off x="7772400" y="22860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4B942"/>
                </a:solidFill>
                <a:latin typeface="Arial"/>
                <a:ea typeface="Arial"/>
                <a:cs typeface="Arial"/>
                <a:sym typeface="Arial"/>
              </a:rPr>
              <a:t>KYOTO PLATEAU HACK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9" name="Google Shape;2009;g3afcfb39b93_0_1871"/>
          <p:cNvSpPr/>
          <p:nvPr/>
        </p:nvSpPr>
        <p:spPr>
          <a:xfrm>
            <a:off x="274320" y="128016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0" name="Google Shape;2010;g3afcfb39b93_0_1871"/>
          <p:cNvSpPr/>
          <p:nvPr/>
        </p:nvSpPr>
        <p:spPr>
          <a:xfrm>
            <a:off x="502920" y="128016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アイデアのヘッドライン（25字以内）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1" name="Google Shape;2011;g3afcfb39b93_0_1871"/>
          <p:cNvSpPr/>
          <p:nvPr/>
        </p:nvSpPr>
        <p:spPr>
          <a:xfrm>
            <a:off x="502920" y="160020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💡 アイデアを端的に表すキャッチコピー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2" name="Google Shape;2012;g3afcfb39b93_0_1871"/>
          <p:cNvSpPr/>
          <p:nvPr/>
        </p:nvSpPr>
        <p:spPr>
          <a:xfrm>
            <a:off x="274320" y="1874520"/>
            <a:ext cx="10149900" cy="5487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3" name="Google Shape;2013;g3afcfb39b93_0_1871"/>
          <p:cNvSpPr/>
          <p:nvPr/>
        </p:nvSpPr>
        <p:spPr>
          <a:xfrm>
            <a:off x="274320" y="2606040"/>
            <a:ext cx="3474600" cy="3201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4" name="Google Shape;2014;g3afcfb39b93_0_1871"/>
          <p:cNvSpPr/>
          <p:nvPr/>
        </p:nvSpPr>
        <p:spPr>
          <a:xfrm>
            <a:off x="274320" y="2606040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Before このアイデアがない世界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5" name="Google Shape;2015;g3afcfb39b93_0_1871"/>
          <p:cNvSpPr/>
          <p:nvPr/>
        </p:nvSpPr>
        <p:spPr>
          <a:xfrm>
            <a:off x="274320" y="2926080"/>
            <a:ext cx="347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ユーザーは何に困っている？何ができない？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6" name="Google Shape;2016;g3afcfb39b93_0_1871"/>
          <p:cNvSpPr/>
          <p:nvPr/>
        </p:nvSpPr>
        <p:spPr>
          <a:xfrm>
            <a:off x="274320" y="3108960"/>
            <a:ext cx="3474600" cy="164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7" name="Google Shape;2017;g3afcfb39b93_0_1871"/>
          <p:cNvSpPr/>
          <p:nvPr/>
        </p:nvSpPr>
        <p:spPr>
          <a:xfrm>
            <a:off x="274320" y="4937760"/>
            <a:ext cx="3474600" cy="320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8" name="Google Shape;2018;g3afcfb39b93_0_1871"/>
          <p:cNvSpPr/>
          <p:nvPr/>
        </p:nvSpPr>
        <p:spPr>
          <a:xfrm>
            <a:off x="274320" y="4937760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After このアイデアがもたらす価値・変化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9" name="Google Shape;2019;g3afcfb39b93_0_1871"/>
          <p:cNvSpPr/>
          <p:nvPr/>
        </p:nvSpPr>
        <p:spPr>
          <a:xfrm>
            <a:off x="274320" y="5257800"/>
            <a:ext cx="347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ユーザーが手に入れる新しい価値は？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0" name="Google Shape;2020;g3afcfb39b93_0_1871"/>
          <p:cNvSpPr/>
          <p:nvPr/>
        </p:nvSpPr>
        <p:spPr>
          <a:xfrm>
            <a:off x="274320" y="5440680"/>
            <a:ext cx="3474600" cy="164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1" name="Google Shape;2021;g3afcfb39b93_0_1871"/>
          <p:cNvSpPr/>
          <p:nvPr/>
        </p:nvSpPr>
        <p:spPr>
          <a:xfrm>
            <a:off x="3931920" y="2606040"/>
            <a:ext cx="6492300" cy="320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2" name="Google Shape;2022;g3afcfb39b93_0_1871"/>
          <p:cNvSpPr/>
          <p:nvPr/>
        </p:nvSpPr>
        <p:spPr>
          <a:xfrm>
            <a:off x="3931920" y="2606040"/>
            <a:ext cx="649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アイデア概要（絵でもOK！）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3" name="Google Shape;2023;g3afcfb39b93_0_1871"/>
          <p:cNvSpPr/>
          <p:nvPr/>
        </p:nvSpPr>
        <p:spPr>
          <a:xfrm>
            <a:off x="3931920" y="2926080"/>
            <a:ext cx="6492300" cy="2834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4" name="Google Shape;2024;g3afcfb39b93_0_1871"/>
          <p:cNvSpPr/>
          <p:nvPr/>
        </p:nvSpPr>
        <p:spPr>
          <a:xfrm>
            <a:off x="3931920" y="5852160"/>
            <a:ext cx="6492300" cy="320100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5" name="Google Shape;2025;g3afcfb39b93_0_1871"/>
          <p:cNvSpPr/>
          <p:nvPr/>
        </p:nvSpPr>
        <p:spPr>
          <a:xfrm>
            <a:off x="3931920" y="5852160"/>
            <a:ext cx="649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どんなデータを使う？どう活かす？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6" name="Google Shape;2026;g3afcfb39b93_0_1871"/>
          <p:cNvSpPr/>
          <p:nvPr/>
        </p:nvSpPr>
        <p:spPr>
          <a:xfrm>
            <a:off x="3931920" y="6172200"/>
            <a:ext cx="6492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PLATEAU 3D都市モデル / オープンデータ / Google Maps API / その他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7" name="Google Shape;2027;g3afcfb39b93_0_1871"/>
          <p:cNvSpPr/>
          <p:nvPr/>
        </p:nvSpPr>
        <p:spPr>
          <a:xfrm>
            <a:off x="3931920" y="6355080"/>
            <a:ext cx="6492300" cy="731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8" name="Google Shape;2028;g3afcfb39b93_0_1871"/>
          <p:cNvSpPr/>
          <p:nvPr/>
        </p:nvSpPr>
        <p:spPr>
          <a:xfrm>
            <a:off x="274320" y="722376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© H-Tus Ltd. CC-BY-SA 4.0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9" name="Google Shape;2029;g3afcfb39b93_0_1871"/>
          <p:cNvSpPr/>
          <p:nvPr/>
        </p:nvSpPr>
        <p:spPr>
          <a:xfrm>
            <a:off x="274326" y="868675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チーム名：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0" name="Google Shape;2030;g3afcfb39b93_0_1871"/>
          <p:cNvSpPr/>
          <p:nvPr/>
        </p:nvSpPr>
        <p:spPr>
          <a:xfrm>
            <a:off x="124551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5" name="Shape 2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6" name="Google Shape;2036;g3afcfb39b93_0_1900"/>
          <p:cNvSpPr/>
          <p:nvPr/>
        </p:nvSpPr>
        <p:spPr>
          <a:xfrm>
            <a:off x="0" y="0"/>
            <a:ext cx="10689300" cy="731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7" name="Google Shape;2037;g3afcfb39b93_0_1900"/>
          <p:cNvSpPr/>
          <p:nvPr/>
        </p:nvSpPr>
        <p:spPr>
          <a:xfrm>
            <a:off x="274320" y="1371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アイデアスケッチ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8" name="Google Shape;2038;g3afcfb39b93_0_1900"/>
          <p:cNvSpPr/>
          <p:nvPr/>
        </p:nvSpPr>
        <p:spPr>
          <a:xfrm>
            <a:off x="7772400" y="22860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4B942"/>
                </a:solidFill>
                <a:latin typeface="Arial"/>
                <a:ea typeface="Arial"/>
                <a:cs typeface="Arial"/>
                <a:sym typeface="Arial"/>
              </a:rPr>
              <a:t>KYOTO PLATEAU HACK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9" name="Google Shape;2039;g3afcfb39b93_0_1900"/>
          <p:cNvSpPr/>
          <p:nvPr/>
        </p:nvSpPr>
        <p:spPr>
          <a:xfrm>
            <a:off x="274320" y="128016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0" name="Google Shape;2040;g3afcfb39b93_0_1900"/>
          <p:cNvSpPr/>
          <p:nvPr/>
        </p:nvSpPr>
        <p:spPr>
          <a:xfrm>
            <a:off x="502920" y="128016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アイデアのヘッドライン（25字以内）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1" name="Google Shape;2041;g3afcfb39b93_0_1900"/>
          <p:cNvSpPr/>
          <p:nvPr/>
        </p:nvSpPr>
        <p:spPr>
          <a:xfrm>
            <a:off x="502920" y="160020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💡 アイデアを端的に表すキャッチコピー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2" name="Google Shape;2042;g3afcfb39b93_0_1900"/>
          <p:cNvSpPr/>
          <p:nvPr/>
        </p:nvSpPr>
        <p:spPr>
          <a:xfrm>
            <a:off x="274320" y="1874520"/>
            <a:ext cx="10149900" cy="5487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3" name="Google Shape;2043;g3afcfb39b93_0_1900"/>
          <p:cNvSpPr/>
          <p:nvPr/>
        </p:nvSpPr>
        <p:spPr>
          <a:xfrm>
            <a:off x="274320" y="2606040"/>
            <a:ext cx="3474600" cy="3201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4" name="Google Shape;2044;g3afcfb39b93_0_1900"/>
          <p:cNvSpPr/>
          <p:nvPr/>
        </p:nvSpPr>
        <p:spPr>
          <a:xfrm>
            <a:off x="274320" y="2606040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Before このアイデアがない世界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5" name="Google Shape;2045;g3afcfb39b93_0_1900"/>
          <p:cNvSpPr/>
          <p:nvPr/>
        </p:nvSpPr>
        <p:spPr>
          <a:xfrm>
            <a:off x="274320" y="2926080"/>
            <a:ext cx="347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ユーザーは何に困っている？何ができない？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6" name="Google Shape;2046;g3afcfb39b93_0_1900"/>
          <p:cNvSpPr/>
          <p:nvPr/>
        </p:nvSpPr>
        <p:spPr>
          <a:xfrm>
            <a:off x="274320" y="3108960"/>
            <a:ext cx="3474600" cy="164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7" name="Google Shape;2047;g3afcfb39b93_0_1900"/>
          <p:cNvSpPr/>
          <p:nvPr/>
        </p:nvSpPr>
        <p:spPr>
          <a:xfrm>
            <a:off x="274320" y="4937760"/>
            <a:ext cx="3474600" cy="320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8" name="Google Shape;2048;g3afcfb39b93_0_1900"/>
          <p:cNvSpPr/>
          <p:nvPr/>
        </p:nvSpPr>
        <p:spPr>
          <a:xfrm>
            <a:off x="274320" y="4937760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After このアイデアがもたらす価値・変化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9" name="Google Shape;2049;g3afcfb39b93_0_1900"/>
          <p:cNvSpPr/>
          <p:nvPr/>
        </p:nvSpPr>
        <p:spPr>
          <a:xfrm>
            <a:off x="274320" y="5257800"/>
            <a:ext cx="347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ユーザーが手に入れる新しい価値は？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0" name="Google Shape;2050;g3afcfb39b93_0_1900"/>
          <p:cNvSpPr/>
          <p:nvPr/>
        </p:nvSpPr>
        <p:spPr>
          <a:xfrm>
            <a:off x="274320" y="5440680"/>
            <a:ext cx="3474600" cy="164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1" name="Google Shape;2051;g3afcfb39b93_0_1900"/>
          <p:cNvSpPr/>
          <p:nvPr/>
        </p:nvSpPr>
        <p:spPr>
          <a:xfrm>
            <a:off x="3931920" y="2606040"/>
            <a:ext cx="6492300" cy="320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2" name="Google Shape;2052;g3afcfb39b93_0_1900"/>
          <p:cNvSpPr/>
          <p:nvPr/>
        </p:nvSpPr>
        <p:spPr>
          <a:xfrm>
            <a:off x="3931920" y="2606040"/>
            <a:ext cx="649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アイデア概要（絵でもOK！）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3" name="Google Shape;2053;g3afcfb39b93_0_1900"/>
          <p:cNvSpPr/>
          <p:nvPr/>
        </p:nvSpPr>
        <p:spPr>
          <a:xfrm>
            <a:off x="3931920" y="2926080"/>
            <a:ext cx="6492300" cy="2834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4" name="Google Shape;2054;g3afcfb39b93_0_1900"/>
          <p:cNvSpPr/>
          <p:nvPr/>
        </p:nvSpPr>
        <p:spPr>
          <a:xfrm>
            <a:off x="3931920" y="5852160"/>
            <a:ext cx="6492300" cy="320100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5" name="Google Shape;2055;g3afcfb39b93_0_1900"/>
          <p:cNvSpPr/>
          <p:nvPr/>
        </p:nvSpPr>
        <p:spPr>
          <a:xfrm>
            <a:off x="3931920" y="5852160"/>
            <a:ext cx="649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どんなデータを使う？どう活かす？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6" name="Google Shape;2056;g3afcfb39b93_0_1900"/>
          <p:cNvSpPr/>
          <p:nvPr/>
        </p:nvSpPr>
        <p:spPr>
          <a:xfrm>
            <a:off x="3931920" y="6172200"/>
            <a:ext cx="6492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PLATEAU 3D都市モデル / オープンデータ / Google Maps API / その他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7" name="Google Shape;2057;g3afcfb39b93_0_1900"/>
          <p:cNvSpPr/>
          <p:nvPr/>
        </p:nvSpPr>
        <p:spPr>
          <a:xfrm>
            <a:off x="3931920" y="6355080"/>
            <a:ext cx="6492300" cy="731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8" name="Google Shape;2058;g3afcfb39b93_0_1900"/>
          <p:cNvSpPr/>
          <p:nvPr/>
        </p:nvSpPr>
        <p:spPr>
          <a:xfrm>
            <a:off x="274320" y="722376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© H-Tus Ltd. CC-BY-SA 4.0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9" name="Google Shape;2059;g3afcfb39b93_0_1900"/>
          <p:cNvSpPr/>
          <p:nvPr/>
        </p:nvSpPr>
        <p:spPr>
          <a:xfrm>
            <a:off x="274326" y="868675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チーム名：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0" name="Google Shape;2060;g3afcfb39b93_0_1900"/>
          <p:cNvSpPr/>
          <p:nvPr/>
        </p:nvSpPr>
        <p:spPr>
          <a:xfrm>
            <a:off x="124551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5" name="Shape 2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6" name="Google Shape;2066;g3afcfb39b93_0_1929"/>
          <p:cNvSpPr/>
          <p:nvPr/>
        </p:nvSpPr>
        <p:spPr>
          <a:xfrm>
            <a:off x="0" y="0"/>
            <a:ext cx="10689300" cy="731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7" name="Google Shape;2067;g3afcfb39b93_0_1929"/>
          <p:cNvSpPr/>
          <p:nvPr/>
        </p:nvSpPr>
        <p:spPr>
          <a:xfrm>
            <a:off x="274320" y="1371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アイデアスケッチ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8" name="Google Shape;2068;g3afcfb39b93_0_1929"/>
          <p:cNvSpPr/>
          <p:nvPr/>
        </p:nvSpPr>
        <p:spPr>
          <a:xfrm>
            <a:off x="7772400" y="22860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4B942"/>
                </a:solidFill>
                <a:latin typeface="Arial"/>
                <a:ea typeface="Arial"/>
                <a:cs typeface="Arial"/>
                <a:sym typeface="Arial"/>
              </a:rPr>
              <a:t>KYOTO PLATEAU HACK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9" name="Google Shape;2069;g3afcfb39b93_0_1929"/>
          <p:cNvSpPr/>
          <p:nvPr/>
        </p:nvSpPr>
        <p:spPr>
          <a:xfrm>
            <a:off x="274320" y="128016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0" name="Google Shape;2070;g3afcfb39b93_0_1929"/>
          <p:cNvSpPr/>
          <p:nvPr/>
        </p:nvSpPr>
        <p:spPr>
          <a:xfrm>
            <a:off x="502920" y="128016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アイデアのヘッドライン（25字以内）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1" name="Google Shape;2071;g3afcfb39b93_0_1929"/>
          <p:cNvSpPr/>
          <p:nvPr/>
        </p:nvSpPr>
        <p:spPr>
          <a:xfrm>
            <a:off x="502920" y="160020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💡 アイデアを端的に表すキャッチコピー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2" name="Google Shape;2072;g3afcfb39b93_0_1929"/>
          <p:cNvSpPr/>
          <p:nvPr/>
        </p:nvSpPr>
        <p:spPr>
          <a:xfrm>
            <a:off x="274320" y="1874520"/>
            <a:ext cx="10149900" cy="5487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3" name="Google Shape;2073;g3afcfb39b93_0_1929"/>
          <p:cNvSpPr/>
          <p:nvPr/>
        </p:nvSpPr>
        <p:spPr>
          <a:xfrm>
            <a:off x="274320" y="2606040"/>
            <a:ext cx="3474600" cy="3201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4" name="Google Shape;2074;g3afcfb39b93_0_1929"/>
          <p:cNvSpPr/>
          <p:nvPr/>
        </p:nvSpPr>
        <p:spPr>
          <a:xfrm>
            <a:off x="274320" y="2606040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Before このアイデアがない世界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5" name="Google Shape;2075;g3afcfb39b93_0_1929"/>
          <p:cNvSpPr/>
          <p:nvPr/>
        </p:nvSpPr>
        <p:spPr>
          <a:xfrm>
            <a:off x="274320" y="2926080"/>
            <a:ext cx="347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ユーザーは何に困っている？何ができない？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6" name="Google Shape;2076;g3afcfb39b93_0_1929"/>
          <p:cNvSpPr/>
          <p:nvPr/>
        </p:nvSpPr>
        <p:spPr>
          <a:xfrm>
            <a:off x="274320" y="3108960"/>
            <a:ext cx="3474600" cy="164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7" name="Google Shape;2077;g3afcfb39b93_0_1929"/>
          <p:cNvSpPr/>
          <p:nvPr/>
        </p:nvSpPr>
        <p:spPr>
          <a:xfrm>
            <a:off x="274320" y="4937760"/>
            <a:ext cx="3474600" cy="320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8" name="Google Shape;2078;g3afcfb39b93_0_1929"/>
          <p:cNvSpPr/>
          <p:nvPr/>
        </p:nvSpPr>
        <p:spPr>
          <a:xfrm>
            <a:off x="274320" y="4937760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After このアイデアがもたらす価値・変化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9" name="Google Shape;2079;g3afcfb39b93_0_1929"/>
          <p:cNvSpPr/>
          <p:nvPr/>
        </p:nvSpPr>
        <p:spPr>
          <a:xfrm>
            <a:off x="274320" y="5257800"/>
            <a:ext cx="347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ユーザーが手に入れる新しい価値は？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0" name="Google Shape;2080;g3afcfb39b93_0_1929"/>
          <p:cNvSpPr/>
          <p:nvPr/>
        </p:nvSpPr>
        <p:spPr>
          <a:xfrm>
            <a:off x="274320" y="5440680"/>
            <a:ext cx="3474600" cy="164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1" name="Google Shape;2081;g3afcfb39b93_0_1929"/>
          <p:cNvSpPr/>
          <p:nvPr/>
        </p:nvSpPr>
        <p:spPr>
          <a:xfrm>
            <a:off x="3931920" y="2606040"/>
            <a:ext cx="6492300" cy="320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2" name="Google Shape;2082;g3afcfb39b93_0_1929"/>
          <p:cNvSpPr/>
          <p:nvPr/>
        </p:nvSpPr>
        <p:spPr>
          <a:xfrm>
            <a:off x="3931920" y="2606040"/>
            <a:ext cx="649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アイデア概要（絵でもOK！）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3" name="Google Shape;2083;g3afcfb39b93_0_1929"/>
          <p:cNvSpPr/>
          <p:nvPr/>
        </p:nvSpPr>
        <p:spPr>
          <a:xfrm>
            <a:off x="3931920" y="2926080"/>
            <a:ext cx="6492300" cy="2834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4" name="Google Shape;2084;g3afcfb39b93_0_1929"/>
          <p:cNvSpPr/>
          <p:nvPr/>
        </p:nvSpPr>
        <p:spPr>
          <a:xfrm>
            <a:off x="3931920" y="5852160"/>
            <a:ext cx="6492300" cy="320100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5" name="Google Shape;2085;g3afcfb39b93_0_1929"/>
          <p:cNvSpPr/>
          <p:nvPr/>
        </p:nvSpPr>
        <p:spPr>
          <a:xfrm>
            <a:off x="3931920" y="5852160"/>
            <a:ext cx="649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どんなデータを使う？どう活かす？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6" name="Google Shape;2086;g3afcfb39b93_0_1929"/>
          <p:cNvSpPr/>
          <p:nvPr/>
        </p:nvSpPr>
        <p:spPr>
          <a:xfrm>
            <a:off x="3931920" y="6172200"/>
            <a:ext cx="6492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PLATEAU 3D都市モデル / オープンデータ / Google Maps API / その他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7" name="Google Shape;2087;g3afcfb39b93_0_1929"/>
          <p:cNvSpPr/>
          <p:nvPr/>
        </p:nvSpPr>
        <p:spPr>
          <a:xfrm>
            <a:off x="3931920" y="6355080"/>
            <a:ext cx="6492300" cy="731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8" name="Google Shape;2088;g3afcfb39b93_0_1929"/>
          <p:cNvSpPr/>
          <p:nvPr/>
        </p:nvSpPr>
        <p:spPr>
          <a:xfrm>
            <a:off x="274320" y="722376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© H-Tus Ltd. CC-BY-SA 4.0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9" name="Google Shape;2089;g3afcfb39b93_0_1929"/>
          <p:cNvSpPr/>
          <p:nvPr/>
        </p:nvSpPr>
        <p:spPr>
          <a:xfrm>
            <a:off x="274326" y="868675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チーム名：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0" name="Google Shape;2090;g3afcfb39b93_0_1929"/>
          <p:cNvSpPr/>
          <p:nvPr/>
        </p:nvSpPr>
        <p:spPr>
          <a:xfrm>
            <a:off x="124551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5" name="Shape 2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6" name="Google Shape;2096;g3afcfb39b93_0_1958"/>
          <p:cNvSpPr/>
          <p:nvPr/>
        </p:nvSpPr>
        <p:spPr>
          <a:xfrm>
            <a:off x="0" y="0"/>
            <a:ext cx="10689300" cy="731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7" name="Google Shape;2097;g3afcfb39b93_0_1958"/>
          <p:cNvSpPr/>
          <p:nvPr/>
        </p:nvSpPr>
        <p:spPr>
          <a:xfrm>
            <a:off x="274320" y="1371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アイデアスケッチ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8" name="Google Shape;2098;g3afcfb39b93_0_1958"/>
          <p:cNvSpPr/>
          <p:nvPr/>
        </p:nvSpPr>
        <p:spPr>
          <a:xfrm>
            <a:off x="7772400" y="22860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4B942"/>
                </a:solidFill>
                <a:latin typeface="Arial"/>
                <a:ea typeface="Arial"/>
                <a:cs typeface="Arial"/>
                <a:sym typeface="Arial"/>
              </a:rPr>
              <a:t>KYOTO PLATEAU HACK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9" name="Google Shape;2099;g3afcfb39b93_0_1958"/>
          <p:cNvSpPr/>
          <p:nvPr/>
        </p:nvSpPr>
        <p:spPr>
          <a:xfrm>
            <a:off x="274320" y="128016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0" name="Google Shape;2100;g3afcfb39b93_0_1958"/>
          <p:cNvSpPr/>
          <p:nvPr/>
        </p:nvSpPr>
        <p:spPr>
          <a:xfrm>
            <a:off x="502920" y="128016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アイデアのヘッドライン（25字以内）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1" name="Google Shape;2101;g3afcfb39b93_0_1958"/>
          <p:cNvSpPr/>
          <p:nvPr/>
        </p:nvSpPr>
        <p:spPr>
          <a:xfrm>
            <a:off x="502920" y="160020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💡 アイデアを端的に表すキャッチコピー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2" name="Google Shape;2102;g3afcfb39b93_0_1958"/>
          <p:cNvSpPr/>
          <p:nvPr/>
        </p:nvSpPr>
        <p:spPr>
          <a:xfrm>
            <a:off x="274320" y="1874520"/>
            <a:ext cx="10149900" cy="5487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3" name="Google Shape;2103;g3afcfb39b93_0_1958"/>
          <p:cNvSpPr/>
          <p:nvPr/>
        </p:nvSpPr>
        <p:spPr>
          <a:xfrm>
            <a:off x="274320" y="2606040"/>
            <a:ext cx="3474600" cy="3201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4" name="Google Shape;2104;g3afcfb39b93_0_1958"/>
          <p:cNvSpPr/>
          <p:nvPr/>
        </p:nvSpPr>
        <p:spPr>
          <a:xfrm>
            <a:off x="274320" y="2606040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Before このアイデアがない世界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5" name="Google Shape;2105;g3afcfb39b93_0_1958"/>
          <p:cNvSpPr/>
          <p:nvPr/>
        </p:nvSpPr>
        <p:spPr>
          <a:xfrm>
            <a:off x="274320" y="2926080"/>
            <a:ext cx="347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ユーザーは何に困っている？何ができない？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6" name="Google Shape;2106;g3afcfb39b93_0_1958"/>
          <p:cNvSpPr/>
          <p:nvPr/>
        </p:nvSpPr>
        <p:spPr>
          <a:xfrm>
            <a:off x="274320" y="3108960"/>
            <a:ext cx="3474600" cy="164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7" name="Google Shape;2107;g3afcfb39b93_0_1958"/>
          <p:cNvSpPr/>
          <p:nvPr/>
        </p:nvSpPr>
        <p:spPr>
          <a:xfrm>
            <a:off x="274320" y="4937760"/>
            <a:ext cx="3474600" cy="320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8" name="Google Shape;2108;g3afcfb39b93_0_1958"/>
          <p:cNvSpPr/>
          <p:nvPr/>
        </p:nvSpPr>
        <p:spPr>
          <a:xfrm>
            <a:off x="274320" y="4937760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After このアイデアがもたらす価値・変化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9" name="Google Shape;2109;g3afcfb39b93_0_1958"/>
          <p:cNvSpPr/>
          <p:nvPr/>
        </p:nvSpPr>
        <p:spPr>
          <a:xfrm>
            <a:off x="274320" y="5257800"/>
            <a:ext cx="347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ユーザーが手に入れる新しい価値は？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0" name="Google Shape;2110;g3afcfb39b93_0_1958"/>
          <p:cNvSpPr/>
          <p:nvPr/>
        </p:nvSpPr>
        <p:spPr>
          <a:xfrm>
            <a:off x="274320" y="5440680"/>
            <a:ext cx="3474600" cy="164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1" name="Google Shape;2111;g3afcfb39b93_0_1958"/>
          <p:cNvSpPr/>
          <p:nvPr/>
        </p:nvSpPr>
        <p:spPr>
          <a:xfrm>
            <a:off x="3931920" y="2606040"/>
            <a:ext cx="6492300" cy="320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2" name="Google Shape;2112;g3afcfb39b93_0_1958"/>
          <p:cNvSpPr/>
          <p:nvPr/>
        </p:nvSpPr>
        <p:spPr>
          <a:xfrm>
            <a:off x="3931920" y="2606040"/>
            <a:ext cx="649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アイデア概要（絵でもOK！）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3" name="Google Shape;2113;g3afcfb39b93_0_1958"/>
          <p:cNvSpPr/>
          <p:nvPr/>
        </p:nvSpPr>
        <p:spPr>
          <a:xfrm>
            <a:off x="3931920" y="2926080"/>
            <a:ext cx="6492300" cy="2834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4" name="Google Shape;2114;g3afcfb39b93_0_1958"/>
          <p:cNvSpPr/>
          <p:nvPr/>
        </p:nvSpPr>
        <p:spPr>
          <a:xfrm>
            <a:off x="3931920" y="5852160"/>
            <a:ext cx="6492300" cy="320100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5" name="Google Shape;2115;g3afcfb39b93_0_1958"/>
          <p:cNvSpPr/>
          <p:nvPr/>
        </p:nvSpPr>
        <p:spPr>
          <a:xfrm>
            <a:off x="3931920" y="5852160"/>
            <a:ext cx="649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どんなデータを使う？どう活かす？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6" name="Google Shape;2116;g3afcfb39b93_0_1958"/>
          <p:cNvSpPr/>
          <p:nvPr/>
        </p:nvSpPr>
        <p:spPr>
          <a:xfrm>
            <a:off x="3931920" y="6172200"/>
            <a:ext cx="6492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PLATEAU 3D都市モデル / オープンデータ / Google Maps API / その他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7" name="Google Shape;2117;g3afcfb39b93_0_1958"/>
          <p:cNvSpPr/>
          <p:nvPr/>
        </p:nvSpPr>
        <p:spPr>
          <a:xfrm>
            <a:off x="3931920" y="6355080"/>
            <a:ext cx="6492300" cy="731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8" name="Google Shape;2118;g3afcfb39b93_0_1958"/>
          <p:cNvSpPr/>
          <p:nvPr/>
        </p:nvSpPr>
        <p:spPr>
          <a:xfrm>
            <a:off x="274320" y="722376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© H-Tus Ltd. CC-BY-SA 4.0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9" name="Google Shape;2119;g3afcfb39b93_0_1958"/>
          <p:cNvSpPr/>
          <p:nvPr/>
        </p:nvSpPr>
        <p:spPr>
          <a:xfrm>
            <a:off x="274326" y="868675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チーム名：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0" name="Google Shape;2120;g3afcfb39b93_0_1958"/>
          <p:cNvSpPr/>
          <p:nvPr/>
        </p:nvSpPr>
        <p:spPr>
          <a:xfrm>
            <a:off x="124551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5" name="Shape 2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6" name="Google Shape;2126;g3afcfb39b93_0_1987"/>
          <p:cNvSpPr/>
          <p:nvPr/>
        </p:nvSpPr>
        <p:spPr>
          <a:xfrm>
            <a:off x="0" y="0"/>
            <a:ext cx="10689300" cy="731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7" name="Google Shape;2127;g3afcfb39b93_0_1987"/>
          <p:cNvSpPr/>
          <p:nvPr/>
        </p:nvSpPr>
        <p:spPr>
          <a:xfrm>
            <a:off x="274320" y="1371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アイデアスケッチ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8" name="Google Shape;2128;g3afcfb39b93_0_1987"/>
          <p:cNvSpPr/>
          <p:nvPr/>
        </p:nvSpPr>
        <p:spPr>
          <a:xfrm>
            <a:off x="7772400" y="22860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4B942"/>
                </a:solidFill>
                <a:latin typeface="Arial"/>
                <a:ea typeface="Arial"/>
                <a:cs typeface="Arial"/>
                <a:sym typeface="Arial"/>
              </a:rPr>
              <a:t>KYOTO PLATEAU HACK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9" name="Google Shape;2129;g3afcfb39b93_0_1987"/>
          <p:cNvSpPr/>
          <p:nvPr/>
        </p:nvSpPr>
        <p:spPr>
          <a:xfrm>
            <a:off x="274320" y="128016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0" name="Google Shape;2130;g3afcfb39b93_0_1987"/>
          <p:cNvSpPr/>
          <p:nvPr/>
        </p:nvSpPr>
        <p:spPr>
          <a:xfrm>
            <a:off x="502920" y="128016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アイデアのヘッドライン（25字以内）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1" name="Google Shape;2131;g3afcfb39b93_0_1987"/>
          <p:cNvSpPr/>
          <p:nvPr/>
        </p:nvSpPr>
        <p:spPr>
          <a:xfrm>
            <a:off x="502920" y="160020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💡 アイデアを端的に表すキャッチコピー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2" name="Google Shape;2132;g3afcfb39b93_0_1987"/>
          <p:cNvSpPr/>
          <p:nvPr/>
        </p:nvSpPr>
        <p:spPr>
          <a:xfrm>
            <a:off x="274320" y="1874520"/>
            <a:ext cx="10149900" cy="5487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3" name="Google Shape;2133;g3afcfb39b93_0_1987"/>
          <p:cNvSpPr/>
          <p:nvPr/>
        </p:nvSpPr>
        <p:spPr>
          <a:xfrm>
            <a:off x="274320" y="2606040"/>
            <a:ext cx="3474600" cy="3201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4" name="Google Shape;2134;g3afcfb39b93_0_1987"/>
          <p:cNvSpPr/>
          <p:nvPr/>
        </p:nvSpPr>
        <p:spPr>
          <a:xfrm>
            <a:off x="274320" y="2606040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Before このアイデアがない世界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5" name="Google Shape;2135;g3afcfb39b93_0_1987"/>
          <p:cNvSpPr/>
          <p:nvPr/>
        </p:nvSpPr>
        <p:spPr>
          <a:xfrm>
            <a:off x="274320" y="2926080"/>
            <a:ext cx="347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ユーザーは何に困っている？何ができない？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6" name="Google Shape;2136;g3afcfb39b93_0_1987"/>
          <p:cNvSpPr/>
          <p:nvPr/>
        </p:nvSpPr>
        <p:spPr>
          <a:xfrm>
            <a:off x="274320" y="3108960"/>
            <a:ext cx="3474600" cy="164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7" name="Google Shape;2137;g3afcfb39b93_0_1987"/>
          <p:cNvSpPr/>
          <p:nvPr/>
        </p:nvSpPr>
        <p:spPr>
          <a:xfrm>
            <a:off x="274320" y="4937760"/>
            <a:ext cx="3474600" cy="320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8" name="Google Shape;2138;g3afcfb39b93_0_1987"/>
          <p:cNvSpPr/>
          <p:nvPr/>
        </p:nvSpPr>
        <p:spPr>
          <a:xfrm>
            <a:off x="274320" y="4937760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After このアイデアがもたらす価値・変化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9" name="Google Shape;2139;g3afcfb39b93_0_1987"/>
          <p:cNvSpPr/>
          <p:nvPr/>
        </p:nvSpPr>
        <p:spPr>
          <a:xfrm>
            <a:off x="274320" y="5257800"/>
            <a:ext cx="347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ユーザーが手に入れる新しい価値は？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0" name="Google Shape;2140;g3afcfb39b93_0_1987"/>
          <p:cNvSpPr/>
          <p:nvPr/>
        </p:nvSpPr>
        <p:spPr>
          <a:xfrm>
            <a:off x="274320" y="5440680"/>
            <a:ext cx="3474600" cy="164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1" name="Google Shape;2141;g3afcfb39b93_0_1987"/>
          <p:cNvSpPr/>
          <p:nvPr/>
        </p:nvSpPr>
        <p:spPr>
          <a:xfrm>
            <a:off x="3931920" y="2606040"/>
            <a:ext cx="6492300" cy="320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2" name="Google Shape;2142;g3afcfb39b93_0_1987"/>
          <p:cNvSpPr/>
          <p:nvPr/>
        </p:nvSpPr>
        <p:spPr>
          <a:xfrm>
            <a:off x="3931920" y="2606040"/>
            <a:ext cx="649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アイデア概要（絵でもOK！）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3" name="Google Shape;2143;g3afcfb39b93_0_1987"/>
          <p:cNvSpPr/>
          <p:nvPr/>
        </p:nvSpPr>
        <p:spPr>
          <a:xfrm>
            <a:off x="3931920" y="2926080"/>
            <a:ext cx="6492300" cy="2834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4" name="Google Shape;2144;g3afcfb39b93_0_1987"/>
          <p:cNvSpPr/>
          <p:nvPr/>
        </p:nvSpPr>
        <p:spPr>
          <a:xfrm>
            <a:off x="3931920" y="5852160"/>
            <a:ext cx="6492300" cy="320100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5" name="Google Shape;2145;g3afcfb39b93_0_1987"/>
          <p:cNvSpPr/>
          <p:nvPr/>
        </p:nvSpPr>
        <p:spPr>
          <a:xfrm>
            <a:off x="3931920" y="5852160"/>
            <a:ext cx="649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どんなデータを使う？どう活かす？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6" name="Google Shape;2146;g3afcfb39b93_0_1987"/>
          <p:cNvSpPr/>
          <p:nvPr/>
        </p:nvSpPr>
        <p:spPr>
          <a:xfrm>
            <a:off x="3931920" y="6172200"/>
            <a:ext cx="6492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PLATEAU 3D都市モデル / オープンデータ / Google Maps API / その他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7" name="Google Shape;2147;g3afcfb39b93_0_1987"/>
          <p:cNvSpPr/>
          <p:nvPr/>
        </p:nvSpPr>
        <p:spPr>
          <a:xfrm>
            <a:off x="3931920" y="6355080"/>
            <a:ext cx="6492300" cy="731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8" name="Google Shape;2148;g3afcfb39b93_0_1987"/>
          <p:cNvSpPr/>
          <p:nvPr/>
        </p:nvSpPr>
        <p:spPr>
          <a:xfrm>
            <a:off x="274320" y="722376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© H-Tus Ltd. CC-BY-SA 4.0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9" name="Google Shape;2149;g3afcfb39b93_0_1987"/>
          <p:cNvSpPr/>
          <p:nvPr/>
        </p:nvSpPr>
        <p:spPr>
          <a:xfrm>
            <a:off x="274326" y="868675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チーム名：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0" name="Google Shape;2150;g3afcfb39b93_0_1987"/>
          <p:cNvSpPr/>
          <p:nvPr/>
        </p:nvSpPr>
        <p:spPr>
          <a:xfrm>
            <a:off x="124551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5" name="Shape 2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6" name="Google Shape;2156;g3afcfb39b93_0_2016"/>
          <p:cNvSpPr/>
          <p:nvPr/>
        </p:nvSpPr>
        <p:spPr>
          <a:xfrm>
            <a:off x="0" y="0"/>
            <a:ext cx="10689300" cy="731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7" name="Google Shape;2157;g3afcfb39b93_0_2016"/>
          <p:cNvSpPr/>
          <p:nvPr/>
        </p:nvSpPr>
        <p:spPr>
          <a:xfrm>
            <a:off x="274320" y="1371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アイデアスケッチ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8" name="Google Shape;2158;g3afcfb39b93_0_2016"/>
          <p:cNvSpPr/>
          <p:nvPr/>
        </p:nvSpPr>
        <p:spPr>
          <a:xfrm>
            <a:off x="7772400" y="22860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4B942"/>
                </a:solidFill>
                <a:latin typeface="Arial"/>
                <a:ea typeface="Arial"/>
                <a:cs typeface="Arial"/>
                <a:sym typeface="Arial"/>
              </a:rPr>
              <a:t>KYOTO PLATEAU HACK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9" name="Google Shape;2159;g3afcfb39b93_0_2016"/>
          <p:cNvSpPr/>
          <p:nvPr/>
        </p:nvSpPr>
        <p:spPr>
          <a:xfrm>
            <a:off x="274320" y="128016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0" name="Google Shape;2160;g3afcfb39b93_0_2016"/>
          <p:cNvSpPr/>
          <p:nvPr/>
        </p:nvSpPr>
        <p:spPr>
          <a:xfrm>
            <a:off x="502920" y="128016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アイデアのヘッドライン（25字以内）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1" name="Google Shape;2161;g3afcfb39b93_0_2016"/>
          <p:cNvSpPr/>
          <p:nvPr/>
        </p:nvSpPr>
        <p:spPr>
          <a:xfrm>
            <a:off x="502920" y="160020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💡 アイデアを端的に表すキャッチコピー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2" name="Google Shape;2162;g3afcfb39b93_0_2016"/>
          <p:cNvSpPr/>
          <p:nvPr/>
        </p:nvSpPr>
        <p:spPr>
          <a:xfrm>
            <a:off x="274320" y="1874520"/>
            <a:ext cx="10149900" cy="5487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3" name="Google Shape;2163;g3afcfb39b93_0_2016"/>
          <p:cNvSpPr/>
          <p:nvPr/>
        </p:nvSpPr>
        <p:spPr>
          <a:xfrm>
            <a:off x="274320" y="2606040"/>
            <a:ext cx="3474600" cy="3201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4" name="Google Shape;2164;g3afcfb39b93_0_2016"/>
          <p:cNvSpPr/>
          <p:nvPr/>
        </p:nvSpPr>
        <p:spPr>
          <a:xfrm>
            <a:off x="274320" y="2606040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Before このアイデアがない世界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5" name="Google Shape;2165;g3afcfb39b93_0_2016"/>
          <p:cNvSpPr/>
          <p:nvPr/>
        </p:nvSpPr>
        <p:spPr>
          <a:xfrm>
            <a:off x="274320" y="2926080"/>
            <a:ext cx="347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ユーザーは何に困っている？何ができない？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6" name="Google Shape;2166;g3afcfb39b93_0_2016"/>
          <p:cNvSpPr/>
          <p:nvPr/>
        </p:nvSpPr>
        <p:spPr>
          <a:xfrm>
            <a:off x="274320" y="3108960"/>
            <a:ext cx="3474600" cy="164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7" name="Google Shape;2167;g3afcfb39b93_0_2016"/>
          <p:cNvSpPr/>
          <p:nvPr/>
        </p:nvSpPr>
        <p:spPr>
          <a:xfrm>
            <a:off x="274320" y="4937760"/>
            <a:ext cx="3474600" cy="320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8" name="Google Shape;2168;g3afcfb39b93_0_2016"/>
          <p:cNvSpPr/>
          <p:nvPr/>
        </p:nvSpPr>
        <p:spPr>
          <a:xfrm>
            <a:off x="274320" y="4937760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After このアイデアがもたらす価値・変化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9" name="Google Shape;2169;g3afcfb39b93_0_2016"/>
          <p:cNvSpPr/>
          <p:nvPr/>
        </p:nvSpPr>
        <p:spPr>
          <a:xfrm>
            <a:off x="274320" y="5257800"/>
            <a:ext cx="347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ユーザーが手に入れる新しい価値は？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0" name="Google Shape;2170;g3afcfb39b93_0_2016"/>
          <p:cNvSpPr/>
          <p:nvPr/>
        </p:nvSpPr>
        <p:spPr>
          <a:xfrm>
            <a:off x="274320" y="5440680"/>
            <a:ext cx="3474600" cy="164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1" name="Google Shape;2171;g3afcfb39b93_0_2016"/>
          <p:cNvSpPr/>
          <p:nvPr/>
        </p:nvSpPr>
        <p:spPr>
          <a:xfrm>
            <a:off x="3931920" y="2606040"/>
            <a:ext cx="6492300" cy="320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2" name="Google Shape;2172;g3afcfb39b93_0_2016"/>
          <p:cNvSpPr/>
          <p:nvPr/>
        </p:nvSpPr>
        <p:spPr>
          <a:xfrm>
            <a:off x="3931920" y="2606040"/>
            <a:ext cx="649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アイデア概要（絵でもOK！）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3" name="Google Shape;2173;g3afcfb39b93_0_2016"/>
          <p:cNvSpPr/>
          <p:nvPr/>
        </p:nvSpPr>
        <p:spPr>
          <a:xfrm>
            <a:off x="3931920" y="2926080"/>
            <a:ext cx="6492300" cy="2834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4" name="Google Shape;2174;g3afcfb39b93_0_2016"/>
          <p:cNvSpPr/>
          <p:nvPr/>
        </p:nvSpPr>
        <p:spPr>
          <a:xfrm>
            <a:off x="3931920" y="5852160"/>
            <a:ext cx="6492300" cy="320100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5" name="Google Shape;2175;g3afcfb39b93_0_2016"/>
          <p:cNvSpPr/>
          <p:nvPr/>
        </p:nvSpPr>
        <p:spPr>
          <a:xfrm>
            <a:off x="3931920" y="5852160"/>
            <a:ext cx="649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どんなデータを使う？どう活かす？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6" name="Google Shape;2176;g3afcfb39b93_0_2016"/>
          <p:cNvSpPr/>
          <p:nvPr/>
        </p:nvSpPr>
        <p:spPr>
          <a:xfrm>
            <a:off x="3931920" y="6172200"/>
            <a:ext cx="6492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PLATEAU 3D都市モデル / オープンデータ / Google Maps API / その他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7" name="Google Shape;2177;g3afcfb39b93_0_2016"/>
          <p:cNvSpPr/>
          <p:nvPr/>
        </p:nvSpPr>
        <p:spPr>
          <a:xfrm>
            <a:off x="3931920" y="6355080"/>
            <a:ext cx="6492300" cy="731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8" name="Google Shape;2178;g3afcfb39b93_0_2016"/>
          <p:cNvSpPr/>
          <p:nvPr/>
        </p:nvSpPr>
        <p:spPr>
          <a:xfrm>
            <a:off x="274320" y="722376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© H-Tus Ltd. CC-BY-SA 4.0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9" name="Google Shape;2179;g3afcfb39b93_0_2016"/>
          <p:cNvSpPr/>
          <p:nvPr/>
        </p:nvSpPr>
        <p:spPr>
          <a:xfrm>
            <a:off x="274326" y="868675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チーム名：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0" name="Google Shape;2180;g3afcfb39b93_0_2016"/>
          <p:cNvSpPr/>
          <p:nvPr/>
        </p:nvSpPr>
        <p:spPr>
          <a:xfrm>
            <a:off x="124551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5" name="Shape 2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6" name="Google Shape;2186;g3afcfb39b93_0_2045"/>
          <p:cNvSpPr/>
          <p:nvPr/>
        </p:nvSpPr>
        <p:spPr>
          <a:xfrm>
            <a:off x="0" y="0"/>
            <a:ext cx="10689300" cy="731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7" name="Google Shape;2187;g3afcfb39b93_0_2045"/>
          <p:cNvSpPr/>
          <p:nvPr/>
        </p:nvSpPr>
        <p:spPr>
          <a:xfrm>
            <a:off x="274320" y="1371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アイデアスケッチ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8" name="Google Shape;2188;g3afcfb39b93_0_2045"/>
          <p:cNvSpPr/>
          <p:nvPr/>
        </p:nvSpPr>
        <p:spPr>
          <a:xfrm>
            <a:off x="7772400" y="22860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4B942"/>
                </a:solidFill>
                <a:latin typeface="Arial"/>
                <a:ea typeface="Arial"/>
                <a:cs typeface="Arial"/>
                <a:sym typeface="Arial"/>
              </a:rPr>
              <a:t>KYOTO PLATEAU HACK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9" name="Google Shape;2189;g3afcfb39b93_0_2045"/>
          <p:cNvSpPr/>
          <p:nvPr/>
        </p:nvSpPr>
        <p:spPr>
          <a:xfrm>
            <a:off x="274320" y="128016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0" name="Google Shape;2190;g3afcfb39b93_0_2045"/>
          <p:cNvSpPr/>
          <p:nvPr/>
        </p:nvSpPr>
        <p:spPr>
          <a:xfrm>
            <a:off x="502920" y="128016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アイデアのヘッドライン（25字以内）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1" name="Google Shape;2191;g3afcfb39b93_0_2045"/>
          <p:cNvSpPr/>
          <p:nvPr/>
        </p:nvSpPr>
        <p:spPr>
          <a:xfrm>
            <a:off x="502920" y="160020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💡 アイデアを端的に表すキャッチコピー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2" name="Google Shape;2192;g3afcfb39b93_0_2045"/>
          <p:cNvSpPr/>
          <p:nvPr/>
        </p:nvSpPr>
        <p:spPr>
          <a:xfrm>
            <a:off x="274320" y="1874520"/>
            <a:ext cx="10149900" cy="5487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3" name="Google Shape;2193;g3afcfb39b93_0_2045"/>
          <p:cNvSpPr/>
          <p:nvPr/>
        </p:nvSpPr>
        <p:spPr>
          <a:xfrm>
            <a:off x="274320" y="2606040"/>
            <a:ext cx="3474600" cy="3201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4" name="Google Shape;2194;g3afcfb39b93_0_2045"/>
          <p:cNvSpPr/>
          <p:nvPr/>
        </p:nvSpPr>
        <p:spPr>
          <a:xfrm>
            <a:off x="274320" y="2606040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Before このアイデアがない世界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5" name="Google Shape;2195;g3afcfb39b93_0_2045"/>
          <p:cNvSpPr/>
          <p:nvPr/>
        </p:nvSpPr>
        <p:spPr>
          <a:xfrm>
            <a:off x="274320" y="2926080"/>
            <a:ext cx="347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ユーザーは何に困っている？何ができない？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6" name="Google Shape;2196;g3afcfb39b93_0_2045"/>
          <p:cNvSpPr/>
          <p:nvPr/>
        </p:nvSpPr>
        <p:spPr>
          <a:xfrm>
            <a:off x="274320" y="3108960"/>
            <a:ext cx="3474600" cy="164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7" name="Google Shape;2197;g3afcfb39b93_0_2045"/>
          <p:cNvSpPr/>
          <p:nvPr/>
        </p:nvSpPr>
        <p:spPr>
          <a:xfrm>
            <a:off x="274320" y="4937760"/>
            <a:ext cx="3474600" cy="320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8" name="Google Shape;2198;g3afcfb39b93_0_2045"/>
          <p:cNvSpPr/>
          <p:nvPr/>
        </p:nvSpPr>
        <p:spPr>
          <a:xfrm>
            <a:off x="274320" y="4937760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After このアイデアがもたらす価値・変化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9" name="Google Shape;2199;g3afcfb39b93_0_2045"/>
          <p:cNvSpPr/>
          <p:nvPr/>
        </p:nvSpPr>
        <p:spPr>
          <a:xfrm>
            <a:off x="274320" y="5257800"/>
            <a:ext cx="347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ユーザーが手に入れる新しい価値は？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0" name="Google Shape;2200;g3afcfb39b93_0_2045"/>
          <p:cNvSpPr/>
          <p:nvPr/>
        </p:nvSpPr>
        <p:spPr>
          <a:xfrm>
            <a:off x="274320" y="5440680"/>
            <a:ext cx="3474600" cy="164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1" name="Google Shape;2201;g3afcfb39b93_0_2045"/>
          <p:cNvSpPr/>
          <p:nvPr/>
        </p:nvSpPr>
        <p:spPr>
          <a:xfrm>
            <a:off x="3931920" y="2606040"/>
            <a:ext cx="6492300" cy="320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2" name="Google Shape;2202;g3afcfb39b93_0_2045"/>
          <p:cNvSpPr/>
          <p:nvPr/>
        </p:nvSpPr>
        <p:spPr>
          <a:xfrm>
            <a:off x="3931920" y="2606040"/>
            <a:ext cx="649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アイデア概要（絵でもOK！）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3" name="Google Shape;2203;g3afcfb39b93_0_2045"/>
          <p:cNvSpPr/>
          <p:nvPr/>
        </p:nvSpPr>
        <p:spPr>
          <a:xfrm>
            <a:off x="3931920" y="2926080"/>
            <a:ext cx="6492300" cy="2834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4" name="Google Shape;2204;g3afcfb39b93_0_2045"/>
          <p:cNvSpPr/>
          <p:nvPr/>
        </p:nvSpPr>
        <p:spPr>
          <a:xfrm>
            <a:off x="3931920" y="5852160"/>
            <a:ext cx="6492300" cy="320100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5" name="Google Shape;2205;g3afcfb39b93_0_2045"/>
          <p:cNvSpPr/>
          <p:nvPr/>
        </p:nvSpPr>
        <p:spPr>
          <a:xfrm>
            <a:off x="3931920" y="5852160"/>
            <a:ext cx="649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どんなデータを使う？どう活かす？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6" name="Google Shape;2206;g3afcfb39b93_0_2045"/>
          <p:cNvSpPr/>
          <p:nvPr/>
        </p:nvSpPr>
        <p:spPr>
          <a:xfrm>
            <a:off x="3931920" y="6172200"/>
            <a:ext cx="6492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PLATEAU 3D都市モデル / オープンデータ / Google Maps API / その他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7" name="Google Shape;2207;g3afcfb39b93_0_2045"/>
          <p:cNvSpPr/>
          <p:nvPr/>
        </p:nvSpPr>
        <p:spPr>
          <a:xfrm>
            <a:off x="3931920" y="6355080"/>
            <a:ext cx="6492300" cy="731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8" name="Google Shape;2208;g3afcfb39b93_0_2045"/>
          <p:cNvSpPr/>
          <p:nvPr/>
        </p:nvSpPr>
        <p:spPr>
          <a:xfrm>
            <a:off x="274320" y="722376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© H-Tus Ltd. CC-BY-SA 4.0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9" name="Google Shape;2209;g3afcfb39b93_0_2045"/>
          <p:cNvSpPr/>
          <p:nvPr/>
        </p:nvSpPr>
        <p:spPr>
          <a:xfrm>
            <a:off x="274326" y="868675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チーム名：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0" name="Google Shape;2210;g3afcfb39b93_0_2045"/>
          <p:cNvSpPr/>
          <p:nvPr/>
        </p:nvSpPr>
        <p:spPr>
          <a:xfrm>
            <a:off x="124551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5" name="Shape 2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6" name="Google Shape;2216;g3afcfb39b93_0_2074"/>
          <p:cNvSpPr/>
          <p:nvPr/>
        </p:nvSpPr>
        <p:spPr>
          <a:xfrm>
            <a:off x="0" y="0"/>
            <a:ext cx="10689300" cy="731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7" name="Google Shape;2217;g3afcfb39b93_0_2074"/>
          <p:cNvSpPr/>
          <p:nvPr/>
        </p:nvSpPr>
        <p:spPr>
          <a:xfrm>
            <a:off x="274320" y="1371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アイデアスケッチ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8" name="Google Shape;2218;g3afcfb39b93_0_2074"/>
          <p:cNvSpPr/>
          <p:nvPr/>
        </p:nvSpPr>
        <p:spPr>
          <a:xfrm>
            <a:off x="7772400" y="22860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4B942"/>
                </a:solidFill>
                <a:latin typeface="Arial"/>
                <a:ea typeface="Arial"/>
                <a:cs typeface="Arial"/>
                <a:sym typeface="Arial"/>
              </a:rPr>
              <a:t>KYOTO PLATEAU HACK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9" name="Google Shape;2219;g3afcfb39b93_0_2074"/>
          <p:cNvSpPr/>
          <p:nvPr/>
        </p:nvSpPr>
        <p:spPr>
          <a:xfrm>
            <a:off x="274320" y="128016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0" name="Google Shape;2220;g3afcfb39b93_0_2074"/>
          <p:cNvSpPr/>
          <p:nvPr/>
        </p:nvSpPr>
        <p:spPr>
          <a:xfrm>
            <a:off x="502920" y="128016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アイデアのヘッドライン（25字以内）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1" name="Google Shape;2221;g3afcfb39b93_0_2074"/>
          <p:cNvSpPr/>
          <p:nvPr/>
        </p:nvSpPr>
        <p:spPr>
          <a:xfrm>
            <a:off x="502920" y="160020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💡 アイデアを端的に表すキャッチコピー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2" name="Google Shape;2222;g3afcfb39b93_0_2074"/>
          <p:cNvSpPr/>
          <p:nvPr/>
        </p:nvSpPr>
        <p:spPr>
          <a:xfrm>
            <a:off x="274320" y="1874520"/>
            <a:ext cx="10149900" cy="5487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3" name="Google Shape;2223;g3afcfb39b93_0_2074"/>
          <p:cNvSpPr/>
          <p:nvPr/>
        </p:nvSpPr>
        <p:spPr>
          <a:xfrm>
            <a:off x="274320" y="2606040"/>
            <a:ext cx="3474600" cy="3201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4" name="Google Shape;2224;g3afcfb39b93_0_2074"/>
          <p:cNvSpPr/>
          <p:nvPr/>
        </p:nvSpPr>
        <p:spPr>
          <a:xfrm>
            <a:off x="274320" y="2606040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Before このアイデアがない世界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5" name="Google Shape;2225;g3afcfb39b93_0_2074"/>
          <p:cNvSpPr/>
          <p:nvPr/>
        </p:nvSpPr>
        <p:spPr>
          <a:xfrm>
            <a:off x="274320" y="2926080"/>
            <a:ext cx="347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ユーザーは何に困っている？何ができない？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6" name="Google Shape;2226;g3afcfb39b93_0_2074"/>
          <p:cNvSpPr/>
          <p:nvPr/>
        </p:nvSpPr>
        <p:spPr>
          <a:xfrm>
            <a:off x="274320" y="3108960"/>
            <a:ext cx="3474600" cy="164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7" name="Google Shape;2227;g3afcfb39b93_0_2074"/>
          <p:cNvSpPr/>
          <p:nvPr/>
        </p:nvSpPr>
        <p:spPr>
          <a:xfrm>
            <a:off x="274320" y="4937760"/>
            <a:ext cx="3474600" cy="320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8" name="Google Shape;2228;g3afcfb39b93_0_2074"/>
          <p:cNvSpPr/>
          <p:nvPr/>
        </p:nvSpPr>
        <p:spPr>
          <a:xfrm>
            <a:off x="274320" y="4937760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After このアイデアがもたらす価値・変化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9" name="Google Shape;2229;g3afcfb39b93_0_2074"/>
          <p:cNvSpPr/>
          <p:nvPr/>
        </p:nvSpPr>
        <p:spPr>
          <a:xfrm>
            <a:off x="274320" y="5257800"/>
            <a:ext cx="347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ユーザーが手に入れる新しい価値は？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0" name="Google Shape;2230;g3afcfb39b93_0_2074"/>
          <p:cNvSpPr/>
          <p:nvPr/>
        </p:nvSpPr>
        <p:spPr>
          <a:xfrm>
            <a:off x="274320" y="5440680"/>
            <a:ext cx="3474600" cy="164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1" name="Google Shape;2231;g3afcfb39b93_0_2074"/>
          <p:cNvSpPr/>
          <p:nvPr/>
        </p:nvSpPr>
        <p:spPr>
          <a:xfrm>
            <a:off x="3931920" y="2606040"/>
            <a:ext cx="6492300" cy="320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2" name="Google Shape;2232;g3afcfb39b93_0_2074"/>
          <p:cNvSpPr/>
          <p:nvPr/>
        </p:nvSpPr>
        <p:spPr>
          <a:xfrm>
            <a:off x="3931920" y="2606040"/>
            <a:ext cx="649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アイデア概要（絵でもOK！）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3" name="Google Shape;2233;g3afcfb39b93_0_2074"/>
          <p:cNvSpPr/>
          <p:nvPr/>
        </p:nvSpPr>
        <p:spPr>
          <a:xfrm>
            <a:off x="3931920" y="2926080"/>
            <a:ext cx="6492300" cy="2834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4" name="Google Shape;2234;g3afcfb39b93_0_2074"/>
          <p:cNvSpPr/>
          <p:nvPr/>
        </p:nvSpPr>
        <p:spPr>
          <a:xfrm>
            <a:off x="3931920" y="5852160"/>
            <a:ext cx="6492300" cy="320100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5" name="Google Shape;2235;g3afcfb39b93_0_2074"/>
          <p:cNvSpPr/>
          <p:nvPr/>
        </p:nvSpPr>
        <p:spPr>
          <a:xfrm>
            <a:off x="3931920" y="5852160"/>
            <a:ext cx="649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どんなデータを使う？どう活かす？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6" name="Google Shape;2236;g3afcfb39b93_0_2074"/>
          <p:cNvSpPr/>
          <p:nvPr/>
        </p:nvSpPr>
        <p:spPr>
          <a:xfrm>
            <a:off x="3931920" y="6172200"/>
            <a:ext cx="6492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PLATEAU 3D都市モデル / オープンデータ / Google Maps API / その他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7" name="Google Shape;2237;g3afcfb39b93_0_2074"/>
          <p:cNvSpPr/>
          <p:nvPr/>
        </p:nvSpPr>
        <p:spPr>
          <a:xfrm>
            <a:off x="3931920" y="6355080"/>
            <a:ext cx="6492300" cy="731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8" name="Google Shape;2238;g3afcfb39b93_0_2074"/>
          <p:cNvSpPr/>
          <p:nvPr/>
        </p:nvSpPr>
        <p:spPr>
          <a:xfrm>
            <a:off x="274320" y="722376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© H-Tus Ltd. CC-BY-SA 4.0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9" name="Google Shape;2239;g3afcfb39b93_0_2074"/>
          <p:cNvSpPr/>
          <p:nvPr/>
        </p:nvSpPr>
        <p:spPr>
          <a:xfrm>
            <a:off x="274326" y="868675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チーム名：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0" name="Google Shape;2240;g3afcfb39b93_0_2074"/>
          <p:cNvSpPr/>
          <p:nvPr/>
        </p:nvSpPr>
        <p:spPr>
          <a:xfrm>
            <a:off x="124551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5" name="Shape 2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6" name="Google Shape;2246;g3afcfb39b93_0_2103"/>
          <p:cNvSpPr/>
          <p:nvPr/>
        </p:nvSpPr>
        <p:spPr>
          <a:xfrm>
            <a:off x="0" y="0"/>
            <a:ext cx="10689300" cy="731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7" name="Google Shape;2247;g3afcfb39b93_0_2103"/>
          <p:cNvSpPr/>
          <p:nvPr/>
        </p:nvSpPr>
        <p:spPr>
          <a:xfrm>
            <a:off x="274320" y="1371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アイデアスケッチ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8" name="Google Shape;2248;g3afcfb39b93_0_2103"/>
          <p:cNvSpPr/>
          <p:nvPr/>
        </p:nvSpPr>
        <p:spPr>
          <a:xfrm>
            <a:off x="7772400" y="22860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4B942"/>
                </a:solidFill>
                <a:latin typeface="Arial"/>
                <a:ea typeface="Arial"/>
                <a:cs typeface="Arial"/>
                <a:sym typeface="Arial"/>
              </a:rPr>
              <a:t>KYOTO PLATEAU HACK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9" name="Google Shape;2249;g3afcfb39b93_0_2103"/>
          <p:cNvSpPr/>
          <p:nvPr/>
        </p:nvSpPr>
        <p:spPr>
          <a:xfrm>
            <a:off x="274320" y="128016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0" name="Google Shape;2250;g3afcfb39b93_0_2103"/>
          <p:cNvSpPr/>
          <p:nvPr/>
        </p:nvSpPr>
        <p:spPr>
          <a:xfrm>
            <a:off x="502920" y="128016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アイデアのヘッドライン（25字以内）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1" name="Google Shape;2251;g3afcfb39b93_0_2103"/>
          <p:cNvSpPr/>
          <p:nvPr/>
        </p:nvSpPr>
        <p:spPr>
          <a:xfrm>
            <a:off x="502920" y="160020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💡 アイデアを端的に表すキャッチコピー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2" name="Google Shape;2252;g3afcfb39b93_0_2103"/>
          <p:cNvSpPr/>
          <p:nvPr/>
        </p:nvSpPr>
        <p:spPr>
          <a:xfrm>
            <a:off x="274320" y="1874520"/>
            <a:ext cx="10149900" cy="5487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3" name="Google Shape;2253;g3afcfb39b93_0_2103"/>
          <p:cNvSpPr/>
          <p:nvPr/>
        </p:nvSpPr>
        <p:spPr>
          <a:xfrm>
            <a:off x="274320" y="2606040"/>
            <a:ext cx="3474600" cy="3201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4" name="Google Shape;2254;g3afcfb39b93_0_2103"/>
          <p:cNvSpPr/>
          <p:nvPr/>
        </p:nvSpPr>
        <p:spPr>
          <a:xfrm>
            <a:off x="274320" y="2606040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Before このアイデアがない世界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5" name="Google Shape;2255;g3afcfb39b93_0_2103"/>
          <p:cNvSpPr/>
          <p:nvPr/>
        </p:nvSpPr>
        <p:spPr>
          <a:xfrm>
            <a:off x="274320" y="2926080"/>
            <a:ext cx="347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ユーザーは何に困っている？何ができない？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6" name="Google Shape;2256;g3afcfb39b93_0_2103"/>
          <p:cNvSpPr/>
          <p:nvPr/>
        </p:nvSpPr>
        <p:spPr>
          <a:xfrm>
            <a:off x="274320" y="3108960"/>
            <a:ext cx="3474600" cy="164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7" name="Google Shape;2257;g3afcfb39b93_0_2103"/>
          <p:cNvSpPr/>
          <p:nvPr/>
        </p:nvSpPr>
        <p:spPr>
          <a:xfrm>
            <a:off x="274320" y="4937760"/>
            <a:ext cx="3474600" cy="320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8" name="Google Shape;2258;g3afcfb39b93_0_2103"/>
          <p:cNvSpPr/>
          <p:nvPr/>
        </p:nvSpPr>
        <p:spPr>
          <a:xfrm>
            <a:off x="274320" y="4937760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After このアイデアがもたらす価値・変化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9" name="Google Shape;2259;g3afcfb39b93_0_2103"/>
          <p:cNvSpPr/>
          <p:nvPr/>
        </p:nvSpPr>
        <p:spPr>
          <a:xfrm>
            <a:off x="274320" y="5257800"/>
            <a:ext cx="347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ユーザーが手に入れる新しい価値は？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0" name="Google Shape;2260;g3afcfb39b93_0_2103"/>
          <p:cNvSpPr/>
          <p:nvPr/>
        </p:nvSpPr>
        <p:spPr>
          <a:xfrm>
            <a:off x="274320" y="5440680"/>
            <a:ext cx="3474600" cy="164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1" name="Google Shape;2261;g3afcfb39b93_0_2103"/>
          <p:cNvSpPr/>
          <p:nvPr/>
        </p:nvSpPr>
        <p:spPr>
          <a:xfrm>
            <a:off x="3931920" y="2606040"/>
            <a:ext cx="6492300" cy="320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2" name="Google Shape;2262;g3afcfb39b93_0_2103"/>
          <p:cNvSpPr/>
          <p:nvPr/>
        </p:nvSpPr>
        <p:spPr>
          <a:xfrm>
            <a:off x="3931920" y="2606040"/>
            <a:ext cx="649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アイデア概要（絵でもOK！）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3" name="Google Shape;2263;g3afcfb39b93_0_2103"/>
          <p:cNvSpPr/>
          <p:nvPr/>
        </p:nvSpPr>
        <p:spPr>
          <a:xfrm>
            <a:off x="3931920" y="2926080"/>
            <a:ext cx="6492300" cy="2834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4" name="Google Shape;2264;g3afcfb39b93_0_2103"/>
          <p:cNvSpPr/>
          <p:nvPr/>
        </p:nvSpPr>
        <p:spPr>
          <a:xfrm>
            <a:off x="3931920" y="5852160"/>
            <a:ext cx="6492300" cy="320100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5" name="Google Shape;2265;g3afcfb39b93_0_2103"/>
          <p:cNvSpPr/>
          <p:nvPr/>
        </p:nvSpPr>
        <p:spPr>
          <a:xfrm>
            <a:off x="3931920" y="5852160"/>
            <a:ext cx="649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どんなデータを使う？どう活かす？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6" name="Google Shape;2266;g3afcfb39b93_0_2103"/>
          <p:cNvSpPr/>
          <p:nvPr/>
        </p:nvSpPr>
        <p:spPr>
          <a:xfrm>
            <a:off x="3931920" y="6172200"/>
            <a:ext cx="6492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PLATEAU 3D都市モデル / オープンデータ / Google Maps API / その他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7" name="Google Shape;2267;g3afcfb39b93_0_2103"/>
          <p:cNvSpPr/>
          <p:nvPr/>
        </p:nvSpPr>
        <p:spPr>
          <a:xfrm>
            <a:off x="3931920" y="6355080"/>
            <a:ext cx="6492300" cy="731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8" name="Google Shape;2268;g3afcfb39b93_0_2103"/>
          <p:cNvSpPr/>
          <p:nvPr/>
        </p:nvSpPr>
        <p:spPr>
          <a:xfrm>
            <a:off x="274320" y="722376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© H-Tus Ltd. CC-BY-SA 4.0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9" name="Google Shape;2269;g3afcfb39b93_0_2103"/>
          <p:cNvSpPr/>
          <p:nvPr/>
        </p:nvSpPr>
        <p:spPr>
          <a:xfrm>
            <a:off x="274326" y="868675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チーム名：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0" name="Google Shape;2270;g3afcfb39b93_0_2103"/>
          <p:cNvSpPr/>
          <p:nvPr/>
        </p:nvSpPr>
        <p:spPr>
          <a:xfrm>
            <a:off x="124551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5" name="Shape 2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6" name="Google Shape;2276;g3afcfb39b93_0_2132"/>
          <p:cNvSpPr/>
          <p:nvPr/>
        </p:nvSpPr>
        <p:spPr>
          <a:xfrm>
            <a:off x="0" y="0"/>
            <a:ext cx="10689300" cy="731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7" name="Google Shape;2277;g3afcfb39b93_0_2132"/>
          <p:cNvSpPr/>
          <p:nvPr/>
        </p:nvSpPr>
        <p:spPr>
          <a:xfrm>
            <a:off x="274320" y="1371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アイデアスケッチ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8" name="Google Shape;2278;g3afcfb39b93_0_2132"/>
          <p:cNvSpPr/>
          <p:nvPr/>
        </p:nvSpPr>
        <p:spPr>
          <a:xfrm>
            <a:off x="7772400" y="22860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4B942"/>
                </a:solidFill>
                <a:latin typeface="Arial"/>
                <a:ea typeface="Arial"/>
                <a:cs typeface="Arial"/>
                <a:sym typeface="Arial"/>
              </a:rPr>
              <a:t>KYOTO PLATEAU HACK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9" name="Google Shape;2279;g3afcfb39b93_0_2132"/>
          <p:cNvSpPr/>
          <p:nvPr/>
        </p:nvSpPr>
        <p:spPr>
          <a:xfrm>
            <a:off x="274320" y="128016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0" name="Google Shape;2280;g3afcfb39b93_0_2132"/>
          <p:cNvSpPr/>
          <p:nvPr/>
        </p:nvSpPr>
        <p:spPr>
          <a:xfrm>
            <a:off x="502920" y="128016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アイデアのヘッドライン（25字以内）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1" name="Google Shape;2281;g3afcfb39b93_0_2132"/>
          <p:cNvSpPr/>
          <p:nvPr/>
        </p:nvSpPr>
        <p:spPr>
          <a:xfrm>
            <a:off x="502920" y="160020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💡 アイデアを端的に表すキャッチコピー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2" name="Google Shape;2282;g3afcfb39b93_0_2132"/>
          <p:cNvSpPr/>
          <p:nvPr/>
        </p:nvSpPr>
        <p:spPr>
          <a:xfrm>
            <a:off x="274320" y="1874520"/>
            <a:ext cx="10149900" cy="5487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3" name="Google Shape;2283;g3afcfb39b93_0_2132"/>
          <p:cNvSpPr/>
          <p:nvPr/>
        </p:nvSpPr>
        <p:spPr>
          <a:xfrm>
            <a:off x="274320" y="2606040"/>
            <a:ext cx="3474600" cy="3201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4" name="Google Shape;2284;g3afcfb39b93_0_2132"/>
          <p:cNvSpPr/>
          <p:nvPr/>
        </p:nvSpPr>
        <p:spPr>
          <a:xfrm>
            <a:off x="274320" y="2606040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Before このアイデアがない世界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5" name="Google Shape;2285;g3afcfb39b93_0_2132"/>
          <p:cNvSpPr/>
          <p:nvPr/>
        </p:nvSpPr>
        <p:spPr>
          <a:xfrm>
            <a:off x="274320" y="2926080"/>
            <a:ext cx="347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ユーザーは何に困っている？何ができない？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6" name="Google Shape;2286;g3afcfb39b93_0_2132"/>
          <p:cNvSpPr/>
          <p:nvPr/>
        </p:nvSpPr>
        <p:spPr>
          <a:xfrm>
            <a:off x="274320" y="3108960"/>
            <a:ext cx="3474600" cy="164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7" name="Google Shape;2287;g3afcfb39b93_0_2132"/>
          <p:cNvSpPr/>
          <p:nvPr/>
        </p:nvSpPr>
        <p:spPr>
          <a:xfrm>
            <a:off x="274320" y="4937760"/>
            <a:ext cx="3474600" cy="320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8" name="Google Shape;2288;g3afcfb39b93_0_2132"/>
          <p:cNvSpPr/>
          <p:nvPr/>
        </p:nvSpPr>
        <p:spPr>
          <a:xfrm>
            <a:off x="274320" y="4937760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After このアイデアがもたらす価値・変化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9" name="Google Shape;2289;g3afcfb39b93_0_2132"/>
          <p:cNvSpPr/>
          <p:nvPr/>
        </p:nvSpPr>
        <p:spPr>
          <a:xfrm>
            <a:off x="274320" y="5257800"/>
            <a:ext cx="347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ユーザーが手に入れる新しい価値は？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0" name="Google Shape;2290;g3afcfb39b93_0_2132"/>
          <p:cNvSpPr/>
          <p:nvPr/>
        </p:nvSpPr>
        <p:spPr>
          <a:xfrm>
            <a:off x="274320" y="5440680"/>
            <a:ext cx="3474600" cy="164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1" name="Google Shape;2291;g3afcfb39b93_0_2132"/>
          <p:cNvSpPr/>
          <p:nvPr/>
        </p:nvSpPr>
        <p:spPr>
          <a:xfrm>
            <a:off x="3931920" y="2606040"/>
            <a:ext cx="6492300" cy="320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2" name="Google Shape;2292;g3afcfb39b93_0_2132"/>
          <p:cNvSpPr/>
          <p:nvPr/>
        </p:nvSpPr>
        <p:spPr>
          <a:xfrm>
            <a:off x="3931920" y="2606040"/>
            <a:ext cx="649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アイデア概要（絵でもOK！）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3" name="Google Shape;2293;g3afcfb39b93_0_2132"/>
          <p:cNvSpPr/>
          <p:nvPr/>
        </p:nvSpPr>
        <p:spPr>
          <a:xfrm>
            <a:off x="3931920" y="2926080"/>
            <a:ext cx="6492300" cy="2834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4" name="Google Shape;2294;g3afcfb39b93_0_2132"/>
          <p:cNvSpPr/>
          <p:nvPr/>
        </p:nvSpPr>
        <p:spPr>
          <a:xfrm>
            <a:off x="3931920" y="5852160"/>
            <a:ext cx="6492300" cy="320100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5" name="Google Shape;2295;g3afcfb39b93_0_2132"/>
          <p:cNvSpPr/>
          <p:nvPr/>
        </p:nvSpPr>
        <p:spPr>
          <a:xfrm>
            <a:off x="3931920" y="5852160"/>
            <a:ext cx="649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どんなデータを使う？どう活かす？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6" name="Google Shape;2296;g3afcfb39b93_0_2132"/>
          <p:cNvSpPr/>
          <p:nvPr/>
        </p:nvSpPr>
        <p:spPr>
          <a:xfrm>
            <a:off x="3931920" y="6172200"/>
            <a:ext cx="6492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PLATEAU 3D都市モデル / オープンデータ / Google Maps API / その他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7" name="Google Shape;2297;g3afcfb39b93_0_2132"/>
          <p:cNvSpPr/>
          <p:nvPr/>
        </p:nvSpPr>
        <p:spPr>
          <a:xfrm>
            <a:off x="3931920" y="6355080"/>
            <a:ext cx="6492300" cy="731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8" name="Google Shape;2298;g3afcfb39b93_0_2132"/>
          <p:cNvSpPr/>
          <p:nvPr/>
        </p:nvSpPr>
        <p:spPr>
          <a:xfrm>
            <a:off x="274320" y="722376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© H-Tus Ltd. CC-BY-SA 4.0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9" name="Google Shape;2299;g3afcfb39b93_0_2132"/>
          <p:cNvSpPr/>
          <p:nvPr/>
        </p:nvSpPr>
        <p:spPr>
          <a:xfrm>
            <a:off x="274326" y="868675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チーム名：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0" name="Google Shape;2300;g3afcfb39b93_0_2132"/>
          <p:cNvSpPr/>
          <p:nvPr/>
        </p:nvSpPr>
        <p:spPr>
          <a:xfrm>
            <a:off x="124551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5" name="Shape 2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6" name="Google Shape;2306;g3afcfb39b93_0_2161"/>
          <p:cNvSpPr/>
          <p:nvPr/>
        </p:nvSpPr>
        <p:spPr>
          <a:xfrm>
            <a:off x="0" y="0"/>
            <a:ext cx="10689300" cy="731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7" name="Google Shape;2307;g3afcfb39b93_0_2161"/>
          <p:cNvSpPr/>
          <p:nvPr/>
        </p:nvSpPr>
        <p:spPr>
          <a:xfrm>
            <a:off x="274320" y="1371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アイデアスケッチ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8" name="Google Shape;2308;g3afcfb39b93_0_2161"/>
          <p:cNvSpPr/>
          <p:nvPr/>
        </p:nvSpPr>
        <p:spPr>
          <a:xfrm>
            <a:off x="7772400" y="22860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4B942"/>
                </a:solidFill>
                <a:latin typeface="Arial"/>
                <a:ea typeface="Arial"/>
                <a:cs typeface="Arial"/>
                <a:sym typeface="Arial"/>
              </a:rPr>
              <a:t>KYOTO PLATEAU HACK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9" name="Google Shape;2309;g3afcfb39b93_0_2161"/>
          <p:cNvSpPr/>
          <p:nvPr/>
        </p:nvSpPr>
        <p:spPr>
          <a:xfrm>
            <a:off x="274320" y="128016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0" name="Google Shape;2310;g3afcfb39b93_0_2161"/>
          <p:cNvSpPr/>
          <p:nvPr/>
        </p:nvSpPr>
        <p:spPr>
          <a:xfrm>
            <a:off x="502920" y="128016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アイデアのヘッドライン（25字以内）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1" name="Google Shape;2311;g3afcfb39b93_0_2161"/>
          <p:cNvSpPr/>
          <p:nvPr/>
        </p:nvSpPr>
        <p:spPr>
          <a:xfrm>
            <a:off x="502920" y="160020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💡 アイデアを端的に表すキャッチコピー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2" name="Google Shape;2312;g3afcfb39b93_0_2161"/>
          <p:cNvSpPr/>
          <p:nvPr/>
        </p:nvSpPr>
        <p:spPr>
          <a:xfrm>
            <a:off x="274320" y="1874520"/>
            <a:ext cx="10149900" cy="5487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3" name="Google Shape;2313;g3afcfb39b93_0_2161"/>
          <p:cNvSpPr/>
          <p:nvPr/>
        </p:nvSpPr>
        <p:spPr>
          <a:xfrm>
            <a:off x="274320" y="2606040"/>
            <a:ext cx="3474600" cy="3201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4" name="Google Shape;2314;g3afcfb39b93_0_2161"/>
          <p:cNvSpPr/>
          <p:nvPr/>
        </p:nvSpPr>
        <p:spPr>
          <a:xfrm>
            <a:off x="274320" y="2606040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Before このアイデアがない世界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5" name="Google Shape;2315;g3afcfb39b93_0_2161"/>
          <p:cNvSpPr/>
          <p:nvPr/>
        </p:nvSpPr>
        <p:spPr>
          <a:xfrm>
            <a:off x="274320" y="2926080"/>
            <a:ext cx="347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ユーザーは何に困っている？何ができない？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6" name="Google Shape;2316;g3afcfb39b93_0_2161"/>
          <p:cNvSpPr/>
          <p:nvPr/>
        </p:nvSpPr>
        <p:spPr>
          <a:xfrm>
            <a:off x="274320" y="3108960"/>
            <a:ext cx="3474600" cy="164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7" name="Google Shape;2317;g3afcfb39b93_0_2161"/>
          <p:cNvSpPr/>
          <p:nvPr/>
        </p:nvSpPr>
        <p:spPr>
          <a:xfrm>
            <a:off x="274320" y="4937760"/>
            <a:ext cx="3474600" cy="320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8" name="Google Shape;2318;g3afcfb39b93_0_2161"/>
          <p:cNvSpPr/>
          <p:nvPr/>
        </p:nvSpPr>
        <p:spPr>
          <a:xfrm>
            <a:off x="274320" y="4937760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After このアイデアがもたらす価値・変化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9" name="Google Shape;2319;g3afcfb39b93_0_2161"/>
          <p:cNvSpPr/>
          <p:nvPr/>
        </p:nvSpPr>
        <p:spPr>
          <a:xfrm>
            <a:off x="274320" y="5257800"/>
            <a:ext cx="347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ユーザーが手に入れる新しい価値は？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0" name="Google Shape;2320;g3afcfb39b93_0_2161"/>
          <p:cNvSpPr/>
          <p:nvPr/>
        </p:nvSpPr>
        <p:spPr>
          <a:xfrm>
            <a:off x="274320" y="5440680"/>
            <a:ext cx="3474600" cy="164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1" name="Google Shape;2321;g3afcfb39b93_0_2161"/>
          <p:cNvSpPr/>
          <p:nvPr/>
        </p:nvSpPr>
        <p:spPr>
          <a:xfrm>
            <a:off x="3931920" y="2606040"/>
            <a:ext cx="6492300" cy="320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2" name="Google Shape;2322;g3afcfb39b93_0_2161"/>
          <p:cNvSpPr/>
          <p:nvPr/>
        </p:nvSpPr>
        <p:spPr>
          <a:xfrm>
            <a:off x="3931920" y="2606040"/>
            <a:ext cx="649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アイデア概要（絵でもOK！）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3" name="Google Shape;2323;g3afcfb39b93_0_2161"/>
          <p:cNvSpPr/>
          <p:nvPr/>
        </p:nvSpPr>
        <p:spPr>
          <a:xfrm>
            <a:off x="3931920" y="2926080"/>
            <a:ext cx="6492300" cy="2834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4" name="Google Shape;2324;g3afcfb39b93_0_2161"/>
          <p:cNvSpPr/>
          <p:nvPr/>
        </p:nvSpPr>
        <p:spPr>
          <a:xfrm>
            <a:off x="3931920" y="5852160"/>
            <a:ext cx="6492300" cy="320100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5" name="Google Shape;2325;g3afcfb39b93_0_2161"/>
          <p:cNvSpPr/>
          <p:nvPr/>
        </p:nvSpPr>
        <p:spPr>
          <a:xfrm>
            <a:off x="3931920" y="5852160"/>
            <a:ext cx="649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どんなデータを使う？どう活かす？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6" name="Google Shape;2326;g3afcfb39b93_0_2161"/>
          <p:cNvSpPr/>
          <p:nvPr/>
        </p:nvSpPr>
        <p:spPr>
          <a:xfrm>
            <a:off x="3931920" y="6172200"/>
            <a:ext cx="6492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PLATEAU 3D都市モデル / オープンデータ / Google Maps API / その他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7" name="Google Shape;2327;g3afcfb39b93_0_2161"/>
          <p:cNvSpPr/>
          <p:nvPr/>
        </p:nvSpPr>
        <p:spPr>
          <a:xfrm>
            <a:off x="3931920" y="6355080"/>
            <a:ext cx="6492300" cy="731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8" name="Google Shape;2328;g3afcfb39b93_0_2161"/>
          <p:cNvSpPr/>
          <p:nvPr/>
        </p:nvSpPr>
        <p:spPr>
          <a:xfrm>
            <a:off x="274320" y="722376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© H-Tus Ltd. CC-BY-SA 4.0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9" name="Google Shape;2329;g3afcfb39b93_0_2161"/>
          <p:cNvSpPr/>
          <p:nvPr/>
        </p:nvSpPr>
        <p:spPr>
          <a:xfrm>
            <a:off x="274326" y="868675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チーム名：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0" name="Google Shape;2330;g3afcfb39b93_0_2161"/>
          <p:cNvSpPr/>
          <p:nvPr/>
        </p:nvSpPr>
        <p:spPr>
          <a:xfrm>
            <a:off x="124551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5" name="Shape 2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6" name="Google Shape;2336;g3afcfb39b93_0_2190"/>
          <p:cNvSpPr/>
          <p:nvPr/>
        </p:nvSpPr>
        <p:spPr>
          <a:xfrm>
            <a:off x="0" y="0"/>
            <a:ext cx="10689300" cy="731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7" name="Google Shape;2337;g3afcfb39b93_0_2190"/>
          <p:cNvSpPr/>
          <p:nvPr/>
        </p:nvSpPr>
        <p:spPr>
          <a:xfrm>
            <a:off x="274320" y="1371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アイデアスケッチ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8" name="Google Shape;2338;g3afcfb39b93_0_2190"/>
          <p:cNvSpPr/>
          <p:nvPr/>
        </p:nvSpPr>
        <p:spPr>
          <a:xfrm>
            <a:off x="7772400" y="22860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4B942"/>
                </a:solidFill>
                <a:latin typeface="Arial"/>
                <a:ea typeface="Arial"/>
                <a:cs typeface="Arial"/>
                <a:sym typeface="Arial"/>
              </a:rPr>
              <a:t>KYOTO PLATEAU HACK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9" name="Google Shape;2339;g3afcfb39b93_0_2190"/>
          <p:cNvSpPr/>
          <p:nvPr/>
        </p:nvSpPr>
        <p:spPr>
          <a:xfrm>
            <a:off x="274320" y="128016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0" name="Google Shape;2340;g3afcfb39b93_0_2190"/>
          <p:cNvSpPr/>
          <p:nvPr/>
        </p:nvSpPr>
        <p:spPr>
          <a:xfrm>
            <a:off x="502920" y="128016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アイデアのヘッドライン（25字以内）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1" name="Google Shape;2341;g3afcfb39b93_0_2190"/>
          <p:cNvSpPr/>
          <p:nvPr/>
        </p:nvSpPr>
        <p:spPr>
          <a:xfrm>
            <a:off x="502920" y="160020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💡 アイデアを端的に表すキャッチコピー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2" name="Google Shape;2342;g3afcfb39b93_0_2190"/>
          <p:cNvSpPr/>
          <p:nvPr/>
        </p:nvSpPr>
        <p:spPr>
          <a:xfrm>
            <a:off x="274320" y="1874520"/>
            <a:ext cx="10149900" cy="5487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3" name="Google Shape;2343;g3afcfb39b93_0_2190"/>
          <p:cNvSpPr/>
          <p:nvPr/>
        </p:nvSpPr>
        <p:spPr>
          <a:xfrm>
            <a:off x="274320" y="2606040"/>
            <a:ext cx="3474600" cy="3201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4" name="Google Shape;2344;g3afcfb39b93_0_2190"/>
          <p:cNvSpPr/>
          <p:nvPr/>
        </p:nvSpPr>
        <p:spPr>
          <a:xfrm>
            <a:off x="274320" y="2606040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Before このアイデアがない世界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5" name="Google Shape;2345;g3afcfb39b93_0_2190"/>
          <p:cNvSpPr/>
          <p:nvPr/>
        </p:nvSpPr>
        <p:spPr>
          <a:xfrm>
            <a:off x="274320" y="2926080"/>
            <a:ext cx="347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ユーザーは何に困っている？何ができない？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6" name="Google Shape;2346;g3afcfb39b93_0_2190"/>
          <p:cNvSpPr/>
          <p:nvPr/>
        </p:nvSpPr>
        <p:spPr>
          <a:xfrm>
            <a:off x="274320" y="3108960"/>
            <a:ext cx="3474600" cy="164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7" name="Google Shape;2347;g3afcfb39b93_0_2190"/>
          <p:cNvSpPr/>
          <p:nvPr/>
        </p:nvSpPr>
        <p:spPr>
          <a:xfrm>
            <a:off x="274320" y="4937760"/>
            <a:ext cx="3474600" cy="320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8" name="Google Shape;2348;g3afcfb39b93_0_2190"/>
          <p:cNvSpPr/>
          <p:nvPr/>
        </p:nvSpPr>
        <p:spPr>
          <a:xfrm>
            <a:off x="274320" y="4937760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After このアイデアがもたらす価値・変化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9" name="Google Shape;2349;g3afcfb39b93_0_2190"/>
          <p:cNvSpPr/>
          <p:nvPr/>
        </p:nvSpPr>
        <p:spPr>
          <a:xfrm>
            <a:off x="274320" y="5257800"/>
            <a:ext cx="347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ユーザーが手に入れる新しい価値は？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0" name="Google Shape;2350;g3afcfb39b93_0_2190"/>
          <p:cNvSpPr/>
          <p:nvPr/>
        </p:nvSpPr>
        <p:spPr>
          <a:xfrm>
            <a:off x="274320" y="5440680"/>
            <a:ext cx="3474600" cy="164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1" name="Google Shape;2351;g3afcfb39b93_0_2190"/>
          <p:cNvSpPr/>
          <p:nvPr/>
        </p:nvSpPr>
        <p:spPr>
          <a:xfrm>
            <a:off x="3931920" y="2606040"/>
            <a:ext cx="6492300" cy="320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2" name="Google Shape;2352;g3afcfb39b93_0_2190"/>
          <p:cNvSpPr/>
          <p:nvPr/>
        </p:nvSpPr>
        <p:spPr>
          <a:xfrm>
            <a:off x="3931920" y="2606040"/>
            <a:ext cx="649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アイデア概要（絵でもOK！）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3" name="Google Shape;2353;g3afcfb39b93_0_2190"/>
          <p:cNvSpPr/>
          <p:nvPr/>
        </p:nvSpPr>
        <p:spPr>
          <a:xfrm>
            <a:off x="3931920" y="2926080"/>
            <a:ext cx="6492300" cy="2834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4" name="Google Shape;2354;g3afcfb39b93_0_2190"/>
          <p:cNvSpPr/>
          <p:nvPr/>
        </p:nvSpPr>
        <p:spPr>
          <a:xfrm>
            <a:off x="3931920" y="5852160"/>
            <a:ext cx="6492300" cy="320100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5" name="Google Shape;2355;g3afcfb39b93_0_2190"/>
          <p:cNvSpPr/>
          <p:nvPr/>
        </p:nvSpPr>
        <p:spPr>
          <a:xfrm>
            <a:off x="3931920" y="5852160"/>
            <a:ext cx="649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どんなデータを使う？どう活かす？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6" name="Google Shape;2356;g3afcfb39b93_0_2190"/>
          <p:cNvSpPr/>
          <p:nvPr/>
        </p:nvSpPr>
        <p:spPr>
          <a:xfrm>
            <a:off x="3931920" y="6172200"/>
            <a:ext cx="6492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PLATEAU 3D都市モデル / オープンデータ / Google Maps API / その他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7" name="Google Shape;2357;g3afcfb39b93_0_2190"/>
          <p:cNvSpPr/>
          <p:nvPr/>
        </p:nvSpPr>
        <p:spPr>
          <a:xfrm>
            <a:off x="3931920" y="6355080"/>
            <a:ext cx="6492300" cy="731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8" name="Google Shape;2358;g3afcfb39b93_0_2190"/>
          <p:cNvSpPr/>
          <p:nvPr/>
        </p:nvSpPr>
        <p:spPr>
          <a:xfrm>
            <a:off x="274320" y="722376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© H-Tus Ltd. CC-BY-SA 4.0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9" name="Google Shape;2359;g3afcfb39b93_0_2190"/>
          <p:cNvSpPr/>
          <p:nvPr/>
        </p:nvSpPr>
        <p:spPr>
          <a:xfrm>
            <a:off x="274326" y="868675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チーム名：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0" name="Google Shape;2360;g3afcfb39b93_0_2190"/>
          <p:cNvSpPr/>
          <p:nvPr/>
        </p:nvSpPr>
        <p:spPr>
          <a:xfrm>
            <a:off x="124551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5" name="Shape 2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6" name="Google Shape;2366;g3afcfb39b93_0_2219"/>
          <p:cNvSpPr/>
          <p:nvPr/>
        </p:nvSpPr>
        <p:spPr>
          <a:xfrm>
            <a:off x="0" y="0"/>
            <a:ext cx="10689300" cy="731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7" name="Google Shape;2367;g3afcfb39b93_0_2219"/>
          <p:cNvSpPr/>
          <p:nvPr/>
        </p:nvSpPr>
        <p:spPr>
          <a:xfrm>
            <a:off x="274320" y="1371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アイデアスケッチ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8" name="Google Shape;2368;g3afcfb39b93_0_2219"/>
          <p:cNvSpPr/>
          <p:nvPr/>
        </p:nvSpPr>
        <p:spPr>
          <a:xfrm>
            <a:off x="7772400" y="22860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4B942"/>
                </a:solidFill>
                <a:latin typeface="Arial"/>
                <a:ea typeface="Arial"/>
                <a:cs typeface="Arial"/>
                <a:sym typeface="Arial"/>
              </a:rPr>
              <a:t>KYOTO PLATEAU HACK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9" name="Google Shape;2369;g3afcfb39b93_0_2219"/>
          <p:cNvSpPr/>
          <p:nvPr/>
        </p:nvSpPr>
        <p:spPr>
          <a:xfrm>
            <a:off x="274320" y="128016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0" name="Google Shape;2370;g3afcfb39b93_0_2219"/>
          <p:cNvSpPr/>
          <p:nvPr/>
        </p:nvSpPr>
        <p:spPr>
          <a:xfrm>
            <a:off x="502920" y="128016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アイデアのヘッドライン（25字以内）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1" name="Google Shape;2371;g3afcfb39b93_0_2219"/>
          <p:cNvSpPr/>
          <p:nvPr/>
        </p:nvSpPr>
        <p:spPr>
          <a:xfrm>
            <a:off x="502920" y="160020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💡 アイデアを端的に表すキャッチコピー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2" name="Google Shape;2372;g3afcfb39b93_0_2219"/>
          <p:cNvSpPr/>
          <p:nvPr/>
        </p:nvSpPr>
        <p:spPr>
          <a:xfrm>
            <a:off x="274320" y="1874520"/>
            <a:ext cx="10149900" cy="5487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3" name="Google Shape;2373;g3afcfb39b93_0_2219"/>
          <p:cNvSpPr/>
          <p:nvPr/>
        </p:nvSpPr>
        <p:spPr>
          <a:xfrm>
            <a:off x="274320" y="2606040"/>
            <a:ext cx="3474600" cy="3201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4" name="Google Shape;2374;g3afcfb39b93_0_2219"/>
          <p:cNvSpPr/>
          <p:nvPr/>
        </p:nvSpPr>
        <p:spPr>
          <a:xfrm>
            <a:off x="274320" y="2606040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Before このアイデアがない世界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5" name="Google Shape;2375;g3afcfb39b93_0_2219"/>
          <p:cNvSpPr/>
          <p:nvPr/>
        </p:nvSpPr>
        <p:spPr>
          <a:xfrm>
            <a:off x="274320" y="2926080"/>
            <a:ext cx="347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ユーザーは何に困っている？何ができない？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6" name="Google Shape;2376;g3afcfb39b93_0_2219"/>
          <p:cNvSpPr/>
          <p:nvPr/>
        </p:nvSpPr>
        <p:spPr>
          <a:xfrm>
            <a:off x="274320" y="3108960"/>
            <a:ext cx="3474600" cy="164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7" name="Google Shape;2377;g3afcfb39b93_0_2219"/>
          <p:cNvSpPr/>
          <p:nvPr/>
        </p:nvSpPr>
        <p:spPr>
          <a:xfrm>
            <a:off x="274320" y="4937760"/>
            <a:ext cx="3474600" cy="320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8" name="Google Shape;2378;g3afcfb39b93_0_2219"/>
          <p:cNvSpPr/>
          <p:nvPr/>
        </p:nvSpPr>
        <p:spPr>
          <a:xfrm>
            <a:off x="274320" y="4937760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After このアイデアがもたらす価値・変化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9" name="Google Shape;2379;g3afcfb39b93_0_2219"/>
          <p:cNvSpPr/>
          <p:nvPr/>
        </p:nvSpPr>
        <p:spPr>
          <a:xfrm>
            <a:off x="274320" y="5257800"/>
            <a:ext cx="347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ユーザーが手に入れる新しい価値は？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0" name="Google Shape;2380;g3afcfb39b93_0_2219"/>
          <p:cNvSpPr/>
          <p:nvPr/>
        </p:nvSpPr>
        <p:spPr>
          <a:xfrm>
            <a:off x="274320" y="5440680"/>
            <a:ext cx="3474600" cy="164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1" name="Google Shape;2381;g3afcfb39b93_0_2219"/>
          <p:cNvSpPr/>
          <p:nvPr/>
        </p:nvSpPr>
        <p:spPr>
          <a:xfrm>
            <a:off x="3931920" y="2606040"/>
            <a:ext cx="6492300" cy="320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2" name="Google Shape;2382;g3afcfb39b93_0_2219"/>
          <p:cNvSpPr/>
          <p:nvPr/>
        </p:nvSpPr>
        <p:spPr>
          <a:xfrm>
            <a:off x="3931920" y="2606040"/>
            <a:ext cx="649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アイデア概要（絵でもOK！）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3" name="Google Shape;2383;g3afcfb39b93_0_2219"/>
          <p:cNvSpPr/>
          <p:nvPr/>
        </p:nvSpPr>
        <p:spPr>
          <a:xfrm>
            <a:off x="3931920" y="2926080"/>
            <a:ext cx="6492300" cy="2834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4" name="Google Shape;2384;g3afcfb39b93_0_2219"/>
          <p:cNvSpPr/>
          <p:nvPr/>
        </p:nvSpPr>
        <p:spPr>
          <a:xfrm>
            <a:off x="3931920" y="5852160"/>
            <a:ext cx="6492300" cy="320100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5" name="Google Shape;2385;g3afcfb39b93_0_2219"/>
          <p:cNvSpPr/>
          <p:nvPr/>
        </p:nvSpPr>
        <p:spPr>
          <a:xfrm>
            <a:off x="3931920" y="5852160"/>
            <a:ext cx="649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どんなデータを使う？どう活かす？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6" name="Google Shape;2386;g3afcfb39b93_0_2219"/>
          <p:cNvSpPr/>
          <p:nvPr/>
        </p:nvSpPr>
        <p:spPr>
          <a:xfrm>
            <a:off x="3931920" y="6172200"/>
            <a:ext cx="6492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PLATEAU 3D都市モデル / オープンデータ / Google Maps API / その他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7" name="Google Shape;2387;g3afcfb39b93_0_2219"/>
          <p:cNvSpPr/>
          <p:nvPr/>
        </p:nvSpPr>
        <p:spPr>
          <a:xfrm>
            <a:off x="3931920" y="6355080"/>
            <a:ext cx="6492300" cy="731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8" name="Google Shape;2388;g3afcfb39b93_0_2219"/>
          <p:cNvSpPr/>
          <p:nvPr/>
        </p:nvSpPr>
        <p:spPr>
          <a:xfrm>
            <a:off x="274320" y="722376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© H-Tus Ltd. CC-BY-SA 4.0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9" name="Google Shape;2389;g3afcfb39b93_0_2219"/>
          <p:cNvSpPr/>
          <p:nvPr/>
        </p:nvSpPr>
        <p:spPr>
          <a:xfrm>
            <a:off x="274326" y="868675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チーム名：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0" name="Google Shape;2390;g3afcfb39b93_0_2219"/>
          <p:cNvSpPr/>
          <p:nvPr/>
        </p:nvSpPr>
        <p:spPr>
          <a:xfrm>
            <a:off x="124551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5" name="Shape 2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" name="Google Shape;2396;g3afcfb39b93_0_2248"/>
          <p:cNvSpPr/>
          <p:nvPr/>
        </p:nvSpPr>
        <p:spPr>
          <a:xfrm>
            <a:off x="0" y="0"/>
            <a:ext cx="10689300" cy="731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7" name="Google Shape;2397;g3afcfb39b93_0_2248"/>
          <p:cNvSpPr/>
          <p:nvPr/>
        </p:nvSpPr>
        <p:spPr>
          <a:xfrm>
            <a:off x="274320" y="1371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アイデアスケッチ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8" name="Google Shape;2398;g3afcfb39b93_0_2248"/>
          <p:cNvSpPr/>
          <p:nvPr/>
        </p:nvSpPr>
        <p:spPr>
          <a:xfrm>
            <a:off x="7772400" y="22860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4B942"/>
                </a:solidFill>
                <a:latin typeface="Arial"/>
                <a:ea typeface="Arial"/>
                <a:cs typeface="Arial"/>
                <a:sym typeface="Arial"/>
              </a:rPr>
              <a:t>KYOTO PLATEAU HACK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9" name="Google Shape;2399;g3afcfb39b93_0_2248"/>
          <p:cNvSpPr/>
          <p:nvPr/>
        </p:nvSpPr>
        <p:spPr>
          <a:xfrm>
            <a:off x="274320" y="128016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0" name="Google Shape;2400;g3afcfb39b93_0_2248"/>
          <p:cNvSpPr/>
          <p:nvPr/>
        </p:nvSpPr>
        <p:spPr>
          <a:xfrm>
            <a:off x="502920" y="128016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アイデアのヘッドライン（25字以内）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1" name="Google Shape;2401;g3afcfb39b93_0_2248"/>
          <p:cNvSpPr/>
          <p:nvPr/>
        </p:nvSpPr>
        <p:spPr>
          <a:xfrm>
            <a:off x="502920" y="160020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💡 アイデアを端的に表すキャッチコピー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2" name="Google Shape;2402;g3afcfb39b93_0_2248"/>
          <p:cNvSpPr/>
          <p:nvPr/>
        </p:nvSpPr>
        <p:spPr>
          <a:xfrm>
            <a:off x="274320" y="1874520"/>
            <a:ext cx="10149900" cy="5487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3" name="Google Shape;2403;g3afcfb39b93_0_2248"/>
          <p:cNvSpPr/>
          <p:nvPr/>
        </p:nvSpPr>
        <p:spPr>
          <a:xfrm>
            <a:off x="274320" y="2606040"/>
            <a:ext cx="3474600" cy="3201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4" name="Google Shape;2404;g3afcfb39b93_0_2248"/>
          <p:cNvSpPr/>
          <p:nvPr/>
        </p:nvSpPr>
        <p:spPr>
          <a:xfrm>
            <a:off x="274320" y="2606040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Before このアイデアがない世界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5" name="Google Shape;2405;g3afcfb39b93_0_2248"/>
          <p:cNvSpPr/>
          <p:nvPr/>
        </p:nvSpPr>
        <p:spPr>
          <a:xfrm>
            <a:off x="274320" y="2926080"/>
            <a:ext cx="347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ユーザーは何に困っている？何ができない？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6" name="Google Shape;2406;g3afcfb39b93_0_2248"/>
          <p:cNvSpPr/>
          <p:nvPr/>
        </p:nvSpPr>
        <p:spPr>
          <a:xfrm>
            <a:off x="274320" y="3108960"/>
            <a:ext cx="3474600" cy="164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7" name="Google Shape;2407;g3afcfb39b93_0_2248"/>
          <p:cNvSpPr/>
          <p:nvPr/>
        </p:nvSpPr>
        <p:spPr>
          <a:xfrm>
            <a:off x="274320" y="4937760"/>
            <a:ext cx="3474600" cy="320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8" name="Google Shape;2408;g3afcfb39b93_0_2248"/>
          <p:cNvSpPr/>
          <p:nvPr/>
        </p:nvSpPr>
        <p:spPr>
          <a:xfrm>
            <a:off x="274320" y="4937760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After このアイデアがもたらす価値・変化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9" name="Google Shape;2409;g3afcfb39b93_0_2248"/>
          <p:cNvSpPr/>
          <p:nvPr/>
        </p:nvSpPr>
        <p:spPr>
          <a:xfrm>
            <a:off x="274320" y="5257800"/>
            <a:ext cx="347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ユーザーが手に入れる新しい価値は？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0" name="Google Shape;2410;g3afcfb39b93_0_2248"/>
          <p:cNvSpPr/>
          <p:nvPr/>
        </p:nvSpPr>
        <p:spPr>
          <a:xfrm>
            <a:off x="274320" y="5440680"/>
            <a:ext cx="3474600" cy="164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1" name="Google Shape;2411;g3afcfb39b93_0_2248"/>
          <p:cNvSpPr/>
          <p:nvPr/>
        </p:nvSpPr>
        <p:spPr>
          <a:xfrm>
            <a:off x="3931920" y="2606040"/>
            <a:ext cx="6492300" cy="320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2" name="Google Shape;2412;g3afcfb39b93_0_2248"/>
          <p:cNvSpPr/>
          <p:nvPr/>
        </p:nvSpPr>
        <p:spPr>
          <a:xfrm>
            <a:off x="3931920" y="2606040"/>
            <a:ext cx="649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アイデア概要（絵でもOK！）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3" name="Google Shape;2413;g3afcfb39b93_0_2248"/>
          <p:cNvSpPr/>
          <p:nvPr/>
        </p:nvSpPr>
        <p:spPr>
          <a:xfrm>
            <a:off x="3931920" y="2926080"/>
            <a:ext cx="6492300" cy="2834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4" name="Google Shape;2414;g3afcfb39b93_0_2248"/>
          <p:cNvSpPr/>
          <p:nvPr/>
        </p:nvSpPr>
        <p:spPr>
          <a:xfrm>
            <a:off x="3931920" y="5852160"/>
            <a:ext cx="6492300" cy="320100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5" name="Google Shape;2415;g3afcfb39b93_0_2248"/>
          <p:cNvSpPr/>
          <p:nvPr/>
        </p:nvSpPr>
        <p:spPr>
          <a:xfrm>
            <a:off x="3931920" y="5852160"/>
            <a:ext cx="649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どんなデータを使う？どう活かす？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6" name="Google Shape;2416;g3afcfb39b93_0_2248"/>
          <p:cNvSpPr/>
          <p:nvPr/>
        </p:nvSpPr>
        <p:spPr>
          <a:xfrm>
            <a:off x="3931920" y="6172200"/>
            <a:ext cx="6492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PLATEAU 3D都市モデル / オープンデータ / Google Maps API / その他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7" name="Google Shape;2417;g3afcfb39b93_0_2248"/>
          <p:cNvSpPr/>
          <p:nvPr/>
        </p:nvSpPr>
        <p:spPr>
          <a:xfrm>
            <a:off x="3931920" y="6355080"/>
            <a:ext cx="6492300" cy="731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8" name="Google Shape;2418;g3afcfb39b93_0_2248"/>
          <p:cNvSpPr/>
          <p:nvPr/>
        </p:nvSpPr>
        <p:spPr>
          <a:xfrm>
            <a:off x="274320" y="722376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© H-Tus Ltd. CC-BY-SA 4.0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9" name="Google Shape;2419;g3afcfb39b93_0_2248"/>
          <p:cNvSpPr/>
          <p:nvPr/>
        </p:nvSpPr>
        <p:spPr>
          <a:xfrm>
            <a:off x="274326" y="868675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チーム名：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0" name="Google Shape;2420;g3afcfb39b93_0_2248"/>
          <p:cNvSpPr/>
          <p:nvPr/>
        </p:nvSpPr>
        <p:spPr>
          <a:xfrm>
            <a:off x="124551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5" name="Shape 2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" name="Google Shape;2426;g3afcfb39b93_0_2277"/>
          <p:cNvSpPr/>
          <p:nvPr/>
        </p:nvSpPr>
        <p:spPr>
          <a:xfrm>
            <a:off x="0" y="0"/>
            <a:ext cx="10689300" cy="731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7" name="Google Shape;2427;g3afcfb39b93_0_2277"/>
          <p:cNvSpPr/>
          <p:nvPr/>
        </p:nvSpPr>
        <p:spPr>
          <a:xfrm>
            <a:off x="274320" y="1371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アイデアスケッチ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8" name="Google Shape;2428;g3afcfb39b93_0_2277"/>
          <p:cNvSpPr/>
          <p:nvPr/>
        </p:nvSpPr>
        <p:spPr>
          <a:xfrm>
            <a:off x="7772400" y="22860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4B942"/>
                </a:solidFill>
                <a:latin typeface="Arial"/>
                <a:ea typeface="Arial"/>
                <a:cs typeface="Arial"/>
                <a:sym typeface="Arial"/>
              </a:rPr>
              <a:t>KYOTO PLATEAU HACK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9" name="Google Shape;2429;g3afcfb39b93_0_2277"/>
          <p:cNvSpPr/>
          <p:nvPr/>
        </p:nvSpPr>
        <p:spPr>
          <a:xfrm>
            <a:off x="274320" y="128016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0" name="Google Shape;2430;g3afcfb39b93_0_2277"/>
          <p:cNvSpPr/>
          <p:nvPr/>
        </p:nvSpPr>
        <p:spPr>
          <a:xfrm>
            <a:off x="502920" y="128016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アイデアのヘッドライン（25字以内）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1" name="Google Shape;2431;g3afcfb39b93_0_2277"/>
          <p:cNvSpPr/>
          <p:nvPr/>
        </p:nvSpPr>
        <p:spPr>
          <a:xfrm>
            <a:off x="502920" y="160020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💡 アイデアを端的に表すキャッチコピー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2" name="Google Shape;2432;g3afcfb39b93_0_2277"/>
          <p:cNvSpPr/>
          <p:nvPr/>
        </p:nvSpPr>
        <p:spPr>
          <a:xfrm>
            <a:off x="274320" y="1874520"/>
            <a:ext cx="10149900" cy="5487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3" name="Google Shape;2433;g3afcfb39b93_0_2277"/>
          <p:cNvSpPr/>
          <p:nvPr/>
        </p:nvSpPr>
        <p:spPr>
          <a:xfrm>
            <a:off x="274320" y="2606040"/>
            <a:ext cx="3474600" cy="3201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4" name="Google Shape;2434;g3afcfb39b93_0_2277"/>
          <p:cNvSpPr/>
          <p:nvPr/>
        </p:nvSpPr>
        <p:spPr>
          <a:xfrm>
            <a:off x="274320" y="2606040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Before このアイデアがない世界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5" name="Google Shape;2435;g3afcfb39b93_0_2277"/>
          <p:cNvSpPr/>
          <p:nvPr/>
        </p:nvSpPr>
        <p:spPr>
          <a:xfrm>
            <a:off x="274320" y="2926080"/>
            <a:ext cx="347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ユーザーは何に困っている？何ができない？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6" name="Google Shape;2436;g3afcfb39b93_0_2277"/>
          <p:cNvSpPr/>
          <p:nvPr/>
        </p:nvSpPr>
        <p:spPr>
          <a:xfrm>
            <a:off x="274320" y="3108960"/>
            <a:ext cx="3474600" cy="164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7" name="Google Shape;2437;g3afcfb39b93_0_2277"/>
          <p:cNvSpPr/>
          <p:nvPr/>
        </p:nvSpPr>
        <p:spPr>
          <a:xfrm>
            <a:off x="274320" y="4937760"/>
            <a:ext cx="3474600" cy="320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8" name="Google Shape;2438;g3afcfb39b93_0_2277"/>
          <p:cNvSpPr/>
          <p:nvPr/>
        </p:nvSpPr>
        <p:spPr>
          <a:xfrm>
            <a:off x="274320" y="4937760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After このアイデアがもたらす価値・変化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9" name="Google Shape;2439;g3afcfb39b93_0_2277"/>
          <p:cNvSpPr/>
          <p:nvPr/>
        </p:nvSpPr>
        <p:spPr>
          <a:xfrm>
            <a:off x="274320" y="5257800"/>
            <a:ext cx="347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ユーザーが手に入れる新しい価値は？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0" name="Google Shape;2440;g3afcfb39b93_0_2277"/>
          <p:cNvSpPr/>
          <p:nvPr/>
        </p:nvSpPr>
        <p:spPr>
          <a:xfrm>
            <a:off x="274320" y="5440680"/>
            <a:ext cx="3474600" cy="164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1" name="Google Shape;2441;g3afcfb39b93_0_2277"/>
          <p:cNvSpPr/>
          <p:nvPr/>
        </p:nvSpPr>
        <p:spPr>
          <a:xfrm>
            <a:off x="3931920" y="2606040"/>
            <a:ext cx="6492300" cy="320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2" name="Google Shape;2442;g3afcfb39b93_0_2277"/>
          <p:cNvSpPr/>
          <p:nvPr/>
        </p:nvSpPr>
        <p:spPr>
          <a:xfrm>
            <a:off x="3931920" y="2606040"/>
            <a:ext cx="649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アイデア概要（絵でもOK！）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3" name="Google Shape;2443;g3afcfb39b93_0_2277"/>
          <p:cNvSpPr/>
          <p:nvPr/>
        </p:nvSpPr>
        <p:spPr>
          <a:xfrm>
            <a:off x="3931920" y="2926080"/>
            <a:ext cx="6492300" cy="2834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4" name="Google Shape;2444;g3afcfb39b93_0_2277"/>
          <p:cNvSpPr/>
          <p:nvPr/>
        </p:nvSpPr>
        <p:spPr>
          <a:xfrm>
            <a:off x="3931920" y="5852160"/>
            <a:ext cx="6492300" cy="320100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5" name="Google Shape;2445;g3afcfb39b93_0_2277"/>
          <p:cNvSpPr/>
          <p:nvPr/>
        </p:nvSpPr>
        <p:spPr>
          <a:xfrm>
            <a:off x="3931920" y="5852160"/>
            <a:ext cx="649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どんなデータを使う？どう活かす？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6" name="Google Shape;2446;g3afcfb39b93_0_2277"/>
          <p:cNvSpPr/>
          <p:nvPr/>
        </p:nvSpPr>
        <p:spPr>
          <a:xfrm>
            <a:off x="3931920" y="6172200"/>
            <a:ext cx="6492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PLATEAU 3D都市モデル / オープンデータ / Google Maps API / その他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7" name="Google Shape;2447;g3afcfb39b93_0_2277"/>
          <p:cNvSpPr/>
          <p:nvPr/>
        </p:nvSpPr>
        <p:spPr>
          <a:xfrm>
            <a:off x="3931920" y="6355080"/>
            <a:ext cx="6492300" cy="731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8" name="Google Shape;2448;g3afcfb39b93_0_2277"/>
          <p:cNvSpPr/>
          <p:nvPr/>
        </p:nvSpPr>
        <p:spPr>
          <a:xfrm>
            <a:off x="274320" y="722376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© H-Tus Ltd. CC-BY-SA 4.0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9" name="Google Shape;2449;g3afcfb39b93_0_2277"/>
          <p:cNvSpPr/>
          <p:nvPr/>
        </p:nvSpPr>
        <p:spPr>
          <a:xfrm>
            <a:off x="274326" y="868675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チーム名：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0" name="Google Shape;2450;g3afcfb39b93_0_2277"/>
          <p:cNvSpPr/>
          <p:nvPr/>
        </p:nvSpPr>
        <p:spPr>
          <a:xfrm>
            <a:off x="124551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5" name="Shape 2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6" name="Google Shape;2456;g3afcfb39b93_0_2306"/>
          <p:cNvSpPr/>
          <p:nvPr/>
        </p:nvSpPr>
        <p:spPr>
          <a:xfrm>
            <a:off x="0" y="0"/>
            <a:ext cx="10689300" cy="731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7" name="Google Shape;2457;g3afcfb39b93_0_2306"/>
          <p:cNvSpPr/>
          <p:nvPr/>
        </p:nvSpPr>
        <p:spPr>
          <a:xfrm>
            <a:off x="274320" y="1371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アイデアスケッチ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8" name="Google Shape;2458;g3afcfb39b93_0_2306"/>
          <p:cNvSpPr/>
          <p:nvPr/>
        </p:nvSpPr>
        <p:spPr>
          <a:xfrm>
            <a:off x="7772400" y="22860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4B942"/>
                </a:solidFill>
                <a:latin typeface="Arial"/>
                <a:ea typeface="Arial"/>
                <a:cs typeface="Arial"/>
                <a:sym typeface="Arial"/>
              </a:rPr>
              <a:t>KYOTO PLATEAU HACK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9" name="Google Shape;2459;g3afcfb39b93_0_2306"/>
          <p:cNvSpPr/>
          <p:nvPr/>
        </p:nvSpPr>
        <p:spPr>
          <a:xfrm>
            <a:off x="274320" y="128016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0" name="Google Shape;2460;g3afcfb39b93_0_2306"/>
          <p:cNvSpPr/>
          <p:nvPr/>
        </p:nvSpPr>
        <p:spPr>
          <a:xfrm>
            <a:off x="502920" y="128016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アイデアのヘッドライン（25字以内）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1" name="Google Shape;2461;g3afcfb39b93_0_2306"/>
          <p:cNvSpPr/>
          <p:nvPr/>
        </p:nvSpPr>
        <p:spPr>
          <a:xfrm>
            <a:off x="502920" y="160020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💡 アイデアを端的に表すキャッチコピー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2" name="Google Shape;2462;g3afcfb39b93_0_2306"/>
          <p:cNvSpPr/>
          <p:nvPr/>
        </p:nvSpPr>
        <p:spPr>
          <a:xfrm>
            <a:off x="274320" y="1874520"/>
            <a:ext cx="10149900" cy="5487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3" name="Google Shape;2463;g3afcfb39b93_0_2306"/>
          <p:cNvSpPr/>
          <p:nvPr/>
        </p:nvSpPr>
        <p:spPr>
          <a:xfrm>
            <a:off x="274320" y="2606040"/>
            <a:ext cx="3474600" cy="3201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4" name="Google Shape;2464;g3afcfb39b93_0_2306"/>
          <p:cNvSpPr/>
          <p:nvPr/>
        </p:nvSpPr>
        <p:spPr>
          <a:xfrm>
            <a:off x="274320" y="2606040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Before このアイデアがない世界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5" name="Google Shape;2465;g3afcfb39b93_0_2306"/>
          <p:cNvSpPr/>
          <p:nvPr/>
        </p:nvSpPr>
        <p:spPr>
          <a:xfrm>
            <a:off x="274320" y="2926080"/>
            <a:ext cx="347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ユーザーは何に困っている？何ができない？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6" name="Google Shape;2466;g3afcfb39b93_0_2306"/>
          <p:cNvSpPr/>
          <p:nvPr/>
        </p:nvSpPr>
        <p:spPr>
          <a:xfrm>
            <a:off x="274320" y="3108960"/>
            <a:ext cx="3474600" cy="164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7" name="Google Shape;2467;g3afcfb39b93_0_2306"/>
          <p:cNvSpPr/>
          <p:nvPr/>
        </p:nvSpPr>
        <p:spPr>
          <a:xfrm>
            <a:off x="274320" y="4937760"/>
            <a:ext cx="3474600" cy="320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8" name="Google Shape;2468;g3afcfb39b93_0_2306"/>
          <p:cNvSpPr/>
          <p:nvPr/>
        </p:nvSpPr>
        <p:spPr>
          <a:xfrm>
            <a:off x="274320" y="4937760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After このアイデアがもたらす価値・変化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9" name="Google Shape;2469;g3afcfb39b93_0_2306"/>
          <p:cNvSpPr/>
          <p:nvPr/>
        </p:nvSpPr>
        <p:spPr>
          <a:xfrm>
            <a:off x="274320" y="5257800"/>
            <a:ext cx="347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ユーザーが手に入れる新しい価値は？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0" name="Google Shape;2470;g3afcfb39b93_0_2306"/>
          <p:cNvSpPr/>
          <p:nvPr/>
        </p:nvSpPr>
        <p:spPr>
          <a:xfrm>
            <a:off x="274320" y="5440680"/>
            <a:ext cx="3474600" cy="164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1" name="Google Shape;2471;g3afcfb39b93_0_2306"/>
          <p:cNvSpPr/>
          <p:nvPr/>
        </p:nvSpPr>
        <p:spPr>
          <a:xfrm>
            <a:off x="3931920" y="2606040"/>
            <a:ext cx="6492300" cy="320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2" name="Google Shape;2472;g3afcfb39b93_0_2306"/>
          <p:cNvSpPr/>
          <p:nvPr/>
        </p:nvSpPr>
        <p:spPr>
          <a:xfrm>
            <a:off x="3931920" y="2606040"/>
            <a:ext cx="649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アイデア概要（絵でもOK！）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3" name="Google Shape;2473;g3afcfb39b93_0_2306"/>
          <p:cNvSpPr/>
          <p:nvPr/>
        </p:nvSpPr>
        <p:spPr>
          <a:xfrm>
            <a:off x="3931920" y="2926080"/>
            <a:ext cx="6492300" cy="2834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4" name="Google Shape;2474;g3afcfb39b93_0_2306"/>
          <p:cNvSpPr/>
          <p:nvPr/>
        </p:nvSpPr>
        <p:spPr>
          <a:xfrm>
            <a:off x="3931920" y="5852160"/>
            <a:ext cx="6492300" cy="320100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5" name="Google Shape;2475;g3afcfb39b93_0_2306"/>
          <p:cNvSpPr/>
          <p:nvPr/>
        </p:nvSpPr>
        <p:spPr>
          <a:xfrm>
            <a:off x="3931920" y="5852160"/>
            <a:ext cx="649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どんなデータを使う？どう活かす？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6" name="Google Shape;2476;g3afcfb39b93_0_2306"/>
          <p:cNvSpPr/>
          <p:nvPr/>
        </p:nvSpPr>
        <p:spPr>
          <a:xfrm>
            <a:off x="3931920" y="6172200"/>
            <a:ext cx="6492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PLATEAU 3D都市モデル / オープンデータ / Google Maps API / その他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7" name="Google Shape;2477;g3afcfb39b93_0_2306"/>
          <p:cNvSpPr/>
          <p:nvPr/>
        </p:nvSpPr>
        <p:spPr>
          <a:xfrm>
            <a:off x="3931920" y="6355080"/>
            <a:ext cx="6492300" cy="731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8" name="Google Shape;2478;g3afcfb39b93_0_2306"/>
          <p:cNvSpPr/>
          <p:nvPr/>
        </p:nvSpPr>
        <p:spPr>
          <a:xfrm>
            <a:off x="274320" y="722376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© H-Tus Ltd. CC-BY-SA 4.0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9" name="Google Shape;2479;g3afcfb39b93_0_2306"/>
          <p:cNvSpPr/>
          <p:nvPr/>
        </p:nvSpPr>
        <p:spPr>
          <a:xfrm>
            <a:off x="274326" y="868675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チーム名：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0" name="Google Shape;2480;g3afcfb39b93_0_2306"/>
          <p:cNvSpPr/>
          <p:nvPr/>
        </p:nvSpPr>
        <p:spPr>
          <a:xfrm>
            <a:off x="124551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5" name="Shape 2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6" name="Google Shape;2486;g3afcfb39b93_0_2335"/>
          <p:cNvSpPr/>
          <p:nvPr/>
        </p:nvSpPr>
        <p:spPr>
          <a:xfrm>
            <a:off x="0" y="0"/>
            <a:ext cx="10689300" cy="731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7" name="Google Shape;2487;g3afcfb39b93_0_2335"/>
          <p:cNvSpPr/>
          <p:nvPr/>
        </p:nvSpPr>
        <p:spPr>
          <a:xfrm>
            <a:off x="274320" y="1371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アイデアスケッチ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8" name="Google Shape;2488;g3afcfb39b93_0_2335"/>
          <p:cNvSpPr/>
          <p:nvPr/>
        </p:nvSpPr>
        <p:spPr>
          <a:xfrm>
            <a:off x="7772400" y="22860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4B942"/>
                </a:solidFill>
                <a:latin typeface="Arial"/>
                <a:ea typeface="Arial"/>
                <a:cs typeface="Arial"/>
                <a:sym typeface="Arial"/>
              </a:rPr>
              <a:t>KYOTO PLATEAU HACK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9" name="Google Shape;2489;g3afcfb39b93_0_2335"/>
          <p:cNvSpPr/>
          <p:nvPr/>
        </p:nvSpPr>
        <p:spPr>
          <a:xfrm>
            <a:off x="274320" y="128016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0" name="Google Shape;2490;g3afcfb39b93_0_2335"/>
          <p:cNvSpPr/>
          <p:nvPr/>
        </p:nvSpPr>
        <p:spPr>
          <a:xfrm>
            <a:off x="502920" y="128016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アイデアのヘッドライン（25字以内）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1" name="Google Shape;2491;g3afcfb39b93_0_2335"/>
          <p:cNvSpPr/>
          <p:nvPr/>
        </p:nvSpPr>
        <p:spPr>
          <a:xfrm>
            <a:off x="502920" y="160020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💡 アイデアを端的に表すキャッチコピー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2" name="Google Shape;2492;g3afcfb39b93_0_2335"/>
          <p:cNvSpPr/>
          <p:nvPr/>
        </p:nvSpPr>
        <p:spPr>
          <a:xfrm>
            <a:off x="274320" y="1874520"/>
            <a:ext cx="10149900" cy="5487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3" name="Google Shape;2493;g3afcfb39b93_0_2335"/>
          <p:cNvSpPr/>
          <p:nvPr/>
        </p:nvSpPr>
        <p:spPr>
          <a:xfrm>
            <a:off x="274320" y="2606040"/>
            <a:ext cx="3474600" cy="3201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4" name="Google Shape;2494;g3afcfb39b93_0_2335"/>
          <p:cNvSpPr/>
          <p:nvPr/>
        </p:nvSpPr>
        <p:spPr>
          <a:xfrm>
            <a:off x="274320" y="2606040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Before このアイデアがない世界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5" name="Google Shape;2495;g3afcfb39b93_0_2335"/>
          <p:cNvSpPr/>
          <p:nvPr/>
        </p:nvSpPr>
        <p:spPr>
          <a:xfrm>
            <a:off x="274320" y="2926080"/>
            <a:ext cx="347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ユーザーは何に困っている？何ができない？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6" name="Google Shape;2496;g3afcfb39b93_0_2335"/>
          <p:cNvSpPr/>
          <p:nvPr/>
        </p:nvSpPr>
        <p:spPr>
          <a:xfrm>
            <a:off x="274320" y="3108960"/>
            <a:ext cx="3474600" cy="164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7" name="Google Shape;2497;g3afcfb39b93_0_2335"/>
          <p:cNvSpPr/>
          <p:nvPr/>
        </p:nvSpPr>
        <p:spPr>
          <a:xfrm>
            <a:off x="274320" y="4937760"/>
            <a:ext cx="3474600" cy="320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8" name="Google Shape;2498;g3afcfb39b93_0_2335"/>
          <p:cNvSpPr/>
          <p:nvPr/>
        </p:nvSpPr>
        <p:spPr>
          <a:xfrm>
            <a:off x="274320" y="4937760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After このアイデアがもたらす価値・変化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9" name="Google Shape;2499;g3afcfb39b93_0_2335"/>
          <p:cNvSpPr/>
          <p:nvPr/>
        </p:nvSpPr>
        <p:spPr>
          <a:xfrm>
            <a:off x="274320" y="5257800"/>
            <a:ext cx="347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ユーザーが手に入れる新しい価値は？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0" name="Google Shape;2500;g3afcfb39b93_0_2335"/>
          <p:cNvSpPr/>
          <p:nvPr/>
        </p:nvSpPr>
        <p:spPr>
          <a:xfrm>
            <a:off x="274320" y="5440680"/>
            <a:ext cx="3474600" cy="164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1" name="Google Shape;2501;g3afcfb39b93_0_2335"/>
          <p:cNvSpPr/>
          <p:nvPr/>
        </p:nvSpPr>
        <p:spPr>
          <a:xfrm>
            <a:off x="3931920" y="2606040"/>
            <a:ext cx="6492300" cy="320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2" name="Google Shape;2502;g3afcfb39b93_0_2335"/>
          <p:cNvSpPr/>
          <p:nvPr/>
        </p:nvSpPr>
        <p:spPr>
          <a:xfrm>
            <a:off x="3931920" y="2606040"/>
            <a:ext cx="649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アイデア概要（絵でもOK！）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3" name="Google Shape;2503;g3afcfb39b93_0_2335"/>
          <p:cNvSpPr/>
          <p:nvPr/>
        </p:nvSpPr>
        <p:spPr>
          <a:xfrm>
            <a:off x="3931920" y="2926080"/>
            <a:ext cx="6492300" cy="2834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4" name="Google Shape;2504;g3afcfb39b93_0_2335"/>
          <p:cNvSpPr/>
          <p:nvPr/>
        </p:nvSpPr>
        <p:spPr>
          <a:xfrm>
            <a:off x="3931920" y="5852160"/>
            <a:ext cx="6492300" cy="320100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5" name="Google Shape;2505;g3afcfb39b93_0_2335"/>
          <p:cNvSpPr/>
          <p:nvPr/>
        </p:nvSpPr>
        <p:spPr>
          <a:xfrm>
            <a:off x="3931920" y="5852160"/>
            <a:ext cx="649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どんなデータを使う？どう活かす？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6" name="Google Shape;2506;g3afcfb39b93_0_2335"/>
          <p:cNvSpPr/>
          <p:nvPr/>
        </p:nvSpPr>
        <p:spPr>
          <a:xfrm>
            <a:off x="3931920" y="6172200"/>
            <a:ext cx="6492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PLATEAU 3D都市モデル / オープンデータ / Google Maps API / その他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7" name="Google Shape;2507;g3afcfb39b93_0_2335"/>
          <p:cNvSpPr/>
          <p:nvPr/>
        </p:nvSpPr>
        <p:spPr>
          <a:xfrm>
            <a:off x="3931920" y="6355080"/>
            <a:ext cx="6492300" cy="731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8" name="Google Shape;2508;g3afcfb39b93_0_2335"/>
          <p:cNvSpPr/>
          <p:nvPr/>
        </p:nvSpPr>
        <p:spPr>
          <a:xfrm>
            <a:off x="274320" y="722376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© H-Tus Ltd. CC-BY-SA 4.0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9" name="Google Shape;2509;g3afcfb39b93_0_2335"/>
          <p:cNvSpPr/>
          <p:nvPr/>
        </p:nvSpPr>
        <p:spPr>
          <a:xfrm>
            <a:off x="274326" y="868675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チーム名：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0" name="Google Shape;2510;g3afcfb39b93_0_2335"/>
          <p:cNvSpPr/>
          <p:nvPr/>
        </p:nvSpPr>
        <p:spPr>
          <a:xfrm>
            <a:off x="124551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5" name="Shape 2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6" name="Google Shape;2516;g3afcfb39b93_0_2364"/>
          <p:cNvSpPr/>
          <p:nvPr/>
        </p:nvSpPr>
        <p:spPr>
          <a:xfrm>
            <a:off x="0" y="0"/>
            <a:ext cx="10689300" cy="731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7" name="Google Shape;2517;g3afcfb39b93_0_2364"/>
          <p:cNvSpPr/>
          <p:nvPr/>
        </p:nvSpPr>
        <p:spPr>
          <a:xfrm>
            <a:off x="274320" y="1371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アイデアスケッチ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8" name="Google Shape;2518;g3afcfb39b93_0_2364"/>
          <p:cNvSpPr/>
          <p:nvPr/>
        </p:nvSpPr>
        <p:spPr>
          <a:xfrm>
            <a:off x="7772400" y="22860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4B942"/>
                </a:solidFill>
                <a:latin typeface="Arial"/>
                <a:ea typeface="Arial"/>
                <a:cs typeface="Arial"/>
                <a:sym typeface="Arial"/>
              </a:rPr>
              <a:t>KYOTO PLATEAU HACK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9" name="Google Shape;2519;g3afcfb39b93_0_2364"/>
          <p:cNvSpPr/>
          <p:nvPr/>
        </p:nvSpPr>
        <p:spPr>
          <a:xfrm>
            <a:off x="274320" y="128016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0" name="Google Shape;2520;g3afcfb39b93_0_2364"/>
          <p:cNvSpPr/>
          <p:nvPr/>
        </p:nvSpPr>
        <p:spPr>
          <a:xfrm>
            <a:off x="502920" y="128016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アイデアのヘッドライン（25字以内）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1" name="Google Shape;2521;g3afcfb39b93_0_2364"/>
          <p:cNvSpPr/>
          <p:nvPr/>
        </p:nvSpPr>
        <p:spPr>
          <a:xfrm>
            <a:off x="502920" y="160020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💡 アイデアを端的に表すキャッチコピー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2" name="Google Shape;2522;g3afcfb39b93_0_2364"/>
          <p:cNvSpPr/>
          <p:nvPr/>
        </p:nvSpPr>
        <p:spPr>
          <a:xfrm>
            <a:off x="274320" y="1874520"/>
            <a:ext cx="10149900" cy="5487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3" name="Google Shape;2523;g3afcfb39b93_0_2364"/>
          <p:cNvSpPr/>
          <p:nvPr/>
        </p:nvSpPr>
        <p:spPr>
          <a:xfrm>
            <a:off x="274320" y="2606040"/>
            <a:ext cx="3474600" cy="3201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4" name="Google Shape;2524;g3afcfb39b93_0_2364"/>
          <p:cNvSpPr/>
          <p:nvPr/>
        </p:nvSpPr>
        <p:spPr>
          <a:xfrm>
            <a:off x="274320" y="2606040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Before このアイデアがない世界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5" name="Google Shape;2525;g3afcfb39b93_0_2364"/>
          <p:cNvSpPr/>
          <p:nvPr/>
        </p:nvSpPr>
        <p:spPr>
          <a:xfrm>
            <a:off x="274320" y="2926080"/>
            <a:ext cx="347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ユーザーは何に困っている？何ができない？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6" name="Google Shape;2526;g3afcfb39b93_0_2364"/>
          <p:cNvSpPr/>
          <p:nvPr/>
        </p:nvSpPr>
        <p:spPr>
          <a:xfrm>
            <a:off x="274320" y="3108960"/>
            <a:ext cx="3474600" cy="164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7" name="Google Shape;2527;g3afcfb39b93_0_2364"/>
          <p:cNvSpPr/>
          <p:nvPr/>
        </p:nvSpPr>
        <p:spPr>
          <a:xfrm>
            <a:off x="274320" y="4937760"/>
            <a:ext cx="3474600" cy="320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8" name="Google Shape;2528;g3afcfb39b93_0_2364"/>
          <p:cNvSpPr/>
          <p:nvPr/>
        </p:nvSpPr>
        <p:spPr>
          <a:xfrm>
            <a:off x="274320" y="4937760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After このアイデアがもたらす価値・変化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9" name="Google Shape;2529;g3afcfb39b93_0_2364"/>
          <p:cNvSpPr/>
          <p:nvPr/>
        </p:nvSpPr>
        <p:spPr>
          <a:xfrm>
            <a:off x="274320" y="5257800"/>
            <a:ext cx="347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ユーザーが手に入れる新しい価値は？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0" name="Google Shape;2530;g3afcfb39b93_0_2364"/>
          <p:cNvSpPr/>
          <p:nvPr/>
        </p:nvSpPr>
        <p:spPr>
          <a:xfrm>
            <a:off x="274320" y="5440680"/>
            <a:ext cx="3474600" cy="164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1" name="Google Shape;2531;g3afcfb39b93_0_2364"/>
          <p:cNvSpPr/>
          <p:nvPr/>
        </p:nvSpPr>
        <p:spPr>
          <a:xfrm>
            <a:off x="3931920" y="2606040"/>
            <a:ext cx="6492300" cy="320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2" name="Google Shape;2532;g3afcfb39b93_0_2364"/>
          <p:cNvSpPr/>
          <p:nvPr/>
        </p:nvSpPr>
        <p:spPr>
          <a:xfrm>
            <a:off x="3931920" y="2606040"/>
            <a:ext cx="649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アイデア概要（絵でもOK！）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3" name="Google Shape;2533;g3afcfb39b93_0_2364"/>
          <p:cNvSpPr/>
          <p:nvPr/>
        </p:nvSpPr>
        <p:spPr>
          <a:xfrm>
            <a:off x="3931920" y="2926080"/>
            <a:ext cx="6492300" cy="2834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4" name="Google Shape;2534;g3afcfb39b93_0_2364"/>
          <p:cNvSpPr/>
          <p:nvPr/>
        </p:nvSpPr>
        <p:spPr>
          <a:xfrm>
            <a:off x="3931920" y="5852160"/>
            <a:ext cx="6492300" cy="320100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5" name="Google Shape;2535;g3afcfb39b93_0_2364"/>
          <p:cNvSpPr/>
          <p:nvPr/>
        </p:nvSpPr>
        <p:spPr>
          <a:xfrm>
            <a:off x="3931920" y="5852160"/>
            <a:ext cx="649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どんなデータを使う？どう活かす？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6" name="Google Shape;2536;g3afcfb39b93_0_2364"/>
          <p:cNvSpPr/>
          <p:nvPr/>
        </p:nvSpPr>
        <p:spPr>
          <a:xfrm>
            <a:off x="3931920" y="6172200"/>
            <a:ext cx="6492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PLATEAU 3D都市モデル / オープンデータ / Google Maps API / その他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7" name="Google Shape;2537;g3afcfb39b93_0_2364"/>
          <p:cNvSpPr/>
          <p:nvPr/>
        </p:nvSpPr>
        <p:spPr>
          <a:xfrm>
            <a:off x="3931920" y="6355080"/>
            <a:ext cx="6492300" cy="731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8" name="Google Shape;2538;g3afcfb39b93_0_2364"/>
          <p:cNvSpPr/>
          <p:nvPr/>
        </p:nvSpPr>
        <p:spPr>
          <a:xfrm>
            <a:off x="274320" y="722376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© H-Tus Ltd. CC-BY-SA 4.0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9" name="Google Shape;2539;g3afcfb39b93_0_2364"/>
          <p:cNvSpPr/>
          <p:nvPr/>
        </p:nvSpPr>
        <p:spPr>
          <a:xfrm>
            <a:off x="274326" y="868675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チーム名：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0" name="Google Shape;2540;g3afcfb39b93_0_2364"/>
          <p:cNvSpPr/>
          <p:nvPr/>
        </p:nvSpPr>
        <p:spPr>
          <a:xfrm>
            <a:off x="124551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5" name="Shape 2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6" name="Google Shape;2546;g3afcfb39b93_0_2393"/>
          <p:cNvSpPr/>
          <p:nvPr/>
        </p:nvSpPr>
        <p:spPr>
          <a:xfrm>
            <a:off x="0" y="0"/>
            <a:ext cx="10689300" cy="731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7" name="Google Shape;2547;g3afcfb39b93_0_2393"/>
          <p:cNvSpPr/>
          <p:nvPr/>
        </p:nvSpPr>
        <p:spPr>
          <a:xfrm>
            <a:off x="274320" y="1371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アイデアスケッチ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8" name="Google Shape;2548;g3afcfb39b93_0_2393"/>
          <p:cNvSpPr/>
          <p:nvPr/>
        </p:nvSpPr>
        <p:spPr>
          <a:xfrm>
            <a:off x="7772400" y="22860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4B942"/>
                </a:solidFill>
                <a:latin typeface="Arial"/>
                <a:ea typeface="Arial"/>
                <a:cs typeface="Arial"/>
                <a:sym typeface="Arial"/>
              </a:rPr>
              <a:t>KYOTO PLATEAU HACK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9" name="Google Shape;2549;g3afcfb39b93_0_2393"/>
          <p:cNvSpPr/>
          <p:nvPr/>
        </p:nvSpPr>
        <p:spPr>
          <a:xfrm>
            <a:off x="274320" y="128016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0" name="Google Shape;2550;g3afcfb39b93_0_2393"/>
          <p:cNvSpPr/>
          <p:nvPr/>
        </p:nvSpPr>
        <p:spPr>
          <a:xfrm>
            <a:off x="502920" y="128016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アイデアのヘッドライン（25字以内）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1" name="Google Shape;2551;g3afcfb39b93_0_2393"/>
          <p:cNvSpPr/>
          <p:nvPr/>
        </p:nvSpPr>
        <p:spPr>
          <a:xfrm>
            <a:off x="502920" y="160020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💡 アイデアを端的に表すキャッチコピー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2" name="Google Shape;2552;g3afcfb39b93_0_2393"/>
          <p:cNvSpPr/>
          <p:nvPr/>
        </p:nvSpPr>
        <p:spPr>
          <a:xfrm>
            <a:off x="274320" y="1874520"/>
            <a:ext cx="10149900" cy="5487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3" name="Google Shape;2553;g3afcfb39b93_0_2393"/>
          <p:cNvSpPr/>
          <p:nvPr/>
        </p:nvSpPr>
        <p:spPr>
          <a:xfrm>
            <a:off x="274320" y="2606040"/>
            <a:ext cx="3474600" cy="3201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4" name="Google Shape;2554;g3afcfb39b93_0_2393"/>
          <p:cNvSpPr/>
          <p:nvPr/>
        </p:nvSpPr>
        <p:spPr>
          <a:xfrm>
            <a:off x="274320" y="2606040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Before このアイデアがない世界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5" name="Google Shape;2555;g3afcfb39b93_0_2393"/>
          <p:cNvSpPr/>
          <p:nvPr/>
        </p:nvSpPr>
        <p:spPr>
          <a:xfrm>
            <a:off x="274320" y="2926080"/>
            <a:ext cx="347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ユーザーは何に困っている？何ができない？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6" name="Google Shape;2556;g3afcfb39b93_0_2393"/>
          <p:cNvSpPr/>
          <p:nvPr/>
        </p:nvSpPr>
        <p:spPr>
          <a:xfrm>
            <a:off x="274320" y="3108960"/>
            <a:ext cx="3474600" cy="164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7" name="Google Shape;2557;g3afcfb39b93_0_2393"/>
          <p:cNvSpPr/>
          <p:nvPr/>
        </p:nvSpPr>
        <p:spPr>
          <a:xfrm>
            <a:off x="274320" y="4937760"/>
            <a:ext cx="3474600" cy="320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8" name="Google Shape;2558;g3afcfb39b93_0_2393"/>
          <p:cNvSpPr/>
          <p:nvPr/>
        </p:nvSpPr>
        <p:spPr>
          <a:xfrm>
            <a:off x="274320" y="4937760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After このアイデアがもたらす価値・変化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9" name="Google Shape;2559;g3afcfb39b93_0_2393"/>
          <p:cNvSpPr/>
          <p:nvPr/>
        </p:nvSpPr>
        <p:spPr>
          <a:xfrm>
            <a:off x="274320" y="5257800"/>
            <a:ext cx="347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ユーザーが手に入れる新しい価値は？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0" name="Google Shape;2560;g3afcfb39b93_0_2393"/>
          <p:cNvSpPr/>
          <p:nvPr/>
        </p:nvSpPr>
        <p:spPr>
          <a:xfrm>
            <a:off x="274320" y="5440680"/>
            <a:ext cx="3474600" cy="164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1" name="Google Shape;2561;g3afcfb39b93_0_2393"/>
          <p:cNvSpPr/>
          <p:nvPr/>
        </p:nvSpPr>
        <p:spPr>
          <a:xfrm>
            <a:off x="3931920" y="2606040"/>
            <a:ext cx="6492300" cy="320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2" name="Google Shape;2562;g3afcfb39b93_0_2393"/>
          <p:cNvSpPr/>
          <p:nvPr/>
        </p:nvSpPr>
        <p:spPr>
          <a:xfrm>
            <a:off x="3931920" y="2606040"/>
            <a:ext cx="649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アイデア概要（絵でもOK！）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3" name="Google Shape;2563;g3afcfb39b93_0_2393"/>
          <p:cNvSpPr/>
          <p:nvPr/>
        </p:nvSpPr>
        <p:spPr>
          <a:xfrm>
            <a:off x="3931920" y="2926080"/>
            <a:ext cx="6492300" cy="2834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4" name="Google Shape;2564;g3afcfb39b93_0_2393"/>
          <p:cNvSpPr/>
          <p:nvPr/>
        </p:nvSpPr>
        <p:spPr>
          <a:xfrm>
            <a:off x="3931920" y="5852160"/>
            <a:ext cx="6492300" cy="320100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5" name="Google Shape;2565;g3afcfb39b93_0_2393"/>
          <p:cNvSpPr/>
          <p:nvPr/>
        </p:nvSpPr>
        <p:spPr>
          <a:xfrm>
            <a:off x="3931920" y="5852160"/>
            <a:ext cx="649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どんなデータを使う？どう活かす？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6" name="Google Shape;2566;g3afcfb39b93_0_2393"/>
          <p:cNvSpPr/>
          <p:nvPr/>
        </p:nvSpPr>
        <p:spPr>
          <a:xfrm>
            <a:off x="3931920" y="6172200"/>
            <a:ext cx="6492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PLATEAU 3D都市モデル / オープンデータ / Google Maps API / その他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7" name="Google Shape;2567;g3afcfb39b93_0_2393"/>
          <p:cNvSpPr/>
          <p:nvPr/>
        </p:nvSpPr>
        <p:spPr>
          <a:xfrm>
            <a:off x="3931920" y="6355080"/>
            <a:ext cx="6492300" cy="731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8" name="Google Shape;2568;g3afcfb39b93_0_2393"/>
          <p:cNvSpPr/>
          <p:nvPr/>
        </p:nvSpPr>
        <p:spPr>
          <a:xfrm>
            <a:off x="274320" y="722376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© H-Tus Ltd. CC-BY-SA 4.0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9" name="Google Shape;2569;g3afcfb39b93_0_2393"/>
          <p:cNvSpPr/>
          <p:nvPr/>
        </p:nvSpPr>
        <p:spPr>
          <a:xfrm>
            <a:off x="274326" y="868675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チーム名：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0" name="Google Shape;2570;g3afcfb39b93_0_2393"/>
          <p:cNvSpPr/>
          <p:nvPr/>
        </p:nvSpPr>
        <p:spPr>
          <a:xfrm>
            <a:off x="124551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5" name="Shape 2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6" name="Google Shape;2576;g3afcfb39b93_0_2422"/>
          <p:cNvSpPr/>
          <p:nvPr/>
        </p:nvSpPr>
        <p:spPr>
          <a:xfrm>
            <a:off x="0" y="0"/>
            <a:ext cx="10689300" cy="731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7" name="Google Shape;2577;g3afcfb39b93_0_2422"/>
          <p:cNvSpPr/>
          <p:nvPr/>
        </p:nvSpPr>
        <p:spPr>
          <a:xfrm>
            <a:off x="274320" y="1371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アイデアスケッチ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8" name="Google Shape;2578;g3afcfb39b93_0_2422"/>
          <p:cNvSpPr/>
          <p:nvPr/>
        </p:nvSpPr>
        <p:spPr>
          <a:xfrm>
            <a:off x="7772400" y="22860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4B942"/>
                </a:solidFill>
                <a:latin typeface="Arial"/>
                <a:ea typeface="Arial"/>
                <a:cs typeface="Arial"/>
                <a:sym typeface="Arial"/>
              </a:rPr>
              <a:t>KYOTO PLATEAU HACK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9" name="Google Shape;2579;g3afcfb39b93_0_2422"/>
          <p:cNvSpPr/>
          <p:nvPr/>
        </p:nvSpPr>
        <p:spPr>
          <a:xfrm>
            <a:off x="274320" y="128016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0" name="Google Shape;2580;g3afcfb39b93_0_2422"/>
          <p:cNvSpPr/>
          <p:nvPr/>
        </p:nvSpPr>
        <p:spPr>
          <a:xfrm>
            <a:off x="502920" y="128016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アイデアのヘッドライン（25字以内）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1" name="Google Shape;2581;g3afcfb39b93_0_2422"/>
          <p:cNvSpPr/>
          <p:nvPr/>
        </p:nvSpPr>
        <p:spPr>
          <a:xfrm>
            <a:off x="502920" y="160020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💡 アイデアを端的に表すキャッチコピー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2" name="Google Shape;2582;g3afcfb39b93_0_2422"/>
          <p:cNvSpPr/>
          <p:nvPr/>
        </p:nvSpPr>
        <p:spPr>
          <a:xfrm>
            <a:off x="274320" y="1874520"/>
            <a:ext cx="10149900" cy="5487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3" name="Google Shape;2583;g3afcfb39b93_0_2422"/>
          <p:cNvSpPr/>
          <p:nvPr/>
        </p:nvSpPr>
        <p:spPr>
          <a:xfrm>
            <a:off x="274320" y="2606040"/>
            <a:ext cx="3474600" cy="3201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4" name="Google Shape;2584;g3afcfb39b93_0_2422"/>
          <p:cNvSpPr/>
          <p:nvPr/>
        </p:nvSpPr>
        <p:spPr>
          <a:xfrm>
            <a:off x="274320" y="2606040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Before このアイデアがない世界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5" name="Google Shape;2585;g3afcfb39b93_0_2422"/>
          <p:cNvSpPr/>
          <p:nvPr/>
        </p:nvSpPr>
        <p:spPr>
          <a:xfrm>
            <a:off x="274320" y="2926080"/>
            <a:ext cx="347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ユーザーは何に困っている？何ができない？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6" name="Google Shape;2586;g3afcfb39b93_0_2422"/>
          <p:cNvSpPr/>
          <p:nvPr/>
        </p:nvSpPr>
        <p:spPr>
          <a:xfrm>
            <a:off x="274320" y="3108960"/>
            <a:ext cx="3474600" cy="164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7" name="Google Shape;2587;g3afcfb39b93_0_2422"/>
          <p:cNvSpPr/>
          <p:nvPr/>
        </p:nvSpPr>
        <p:spPr>
          <a:xfrm>
            <a:off x="274320" y="4937760"/>
            <a:ext cx="3474600" cy="320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8" name="Google Shape;2588;g3afcfb39b93_0_2422"/>
          <p:cNvSpPr/>
          <p:nvPr/>
        </p:nvSpPr>
        <p:spPr>
          <a:xfrm>
            <a:off x="274320" y="4937760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After このアイデアがもたらす価値・変化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9" name="Google Shape;2589;g3afcfb39b93_0_2422"/>
          <p:cNvSpPr/>
          <p:nvPr/>
        </p:nvSpPr>
        <p:spPr>
          <a:xfrm>
            <a:off x="274320" y="5257800"/>
            <a:ext cx="347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ユーザーが手に入れる新しい価値は？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0" name="Google Shape;2590;g3afcfb39b93_0_2422"/>
          <p:cNvSpPr/>
          <p:nvPr/>
        </p:nvSpPr>
        <p:spPr>
          <a:xfrm>
            <a:off x="274320" y="5440680"/>
            <a:ext cx="3474600" cy="164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1" name="Google Shape;2591;g3afcfb39b93_0_2422"/>
          <p:cNvSpPr/>
          <p:nvPr/>
        </p:nvSpPr>
        <p:spPr>
          <a:xfrm>
            <a:off x="3931920" y="2606040"/>
            <a:ext cx="6492300" cy="320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2" name="Google Shape;2592;g3afcfb39b93_0_2422"/>
          <p:cNvSpPr/>
          <p:nvPr/>
        </p:nvSpPr>
        <p:spPr>
          <a:xfrm>
            <a:off x="3931920" y="2606040"/>
            <a:ext cx="649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アイデア概要（絵でもOK！）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3" name="Google Shape;2593;g3afcfb39b93_0_2422"/>
          <p:cNvSpPr/>
          <p:nvPr/>
        </p:nvSpPr>
        <p:spPr>
          <a:xfrm>
            <a:off x="3931920" y="2926080"/>
            <a:ext cx="6492300" cy="2834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4" name="Google Shape;2594;g3afcfb39b93_0_2422"/>
          <p:cNvSpPr/>
          <p:nvPr/>
        </p:nvSpPr>
        <p:spPr>
          <a:xfrm>
            <a:off x="3931920" y="5852160"/>
            <a:ext cx="6492300" cy="320100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5" name="Google Shape;2595;g3afcfb39b93_0_2422"/>
          <p:cNvSpPr/>
          <p:nvPr/>
        </p:nvSpPr>
        <p:spPr>
          <a:xfrm>
            <a:off x="3931920" y="5852160"/>
            <a:ext cx="649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どんなデータを使う？どう活かす？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6" name="Google Shape;2596;g3afcfb39b93_0_2422"/>
          <p:cNvSpPr/>
          <p:nvPr/>
        </p:nvSpPr>
        <p:spPr>
          <a:xfrm>
            <a:off x="3931920" y="6172200"/>
            <a:ext cx="6492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PLATEAU 3D都市モデル / オープンデータ / Google Maps API / その他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7" name="Google Shape;2597;g3afcfb39b93_0_2422"/>
          <p:cNvSpPr/>
          <p:nvPr/>
        </p:nvSpPr>
        <p:spPr>
          <a:xfrm>
            <a:off x="3931920" y="6355080"/>
            <a:ext cx="6492300" cy="731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8" name="Google Shape;2598;g3afcfb39b93_0_2422"/>
          <p:cNvSpPr/>
          <p:nvPr/>
        </p:nvSpPr>
        <p:spPr>
          <a:xfrm>
            <a:off x="274320" y="722376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© H-Tus Ltd. CC-BY-SA 4.0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9" name="Google Shape;2599;g3afcfb39b93_0_2422"/>
          <p:cNvSpPr/>
          <p:nvPr/>
        </p:nvSpPr>
        <p:spPr>
          <a:xfrm>
            <a:off x="274326" y="868675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チーム名：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0" name="Google Shape;2600;g3afcfb39b93_0_2422"/>
          <p:cNvSpPr/>
          <p:nvPr/>
        </p:nvSpPr>
        <p:spPr>
          <a:xfrm>
            <a:off x="124551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5" name="Shape 2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6" name="Google Shape;2606;g3afcfb39b93_0_2451"/>
          <p:cNvSpPr/>
          <p:nvPr/>
        </p:nvSpPr>
        <p:spPr>
          <a:xfrm>
            <a:off x="0" y="0"/>
            <a:ext cx="10689300" cy="731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7" name="Google Shape;2607;g3afcfb39b93_0_2451"/>
          <p:cNvSpPr/>
          <p:nvPr/>
        </p:nvSpPr>
        <p:spPr>
          <a:xfrm>
            <a:off x="274320" y="1371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アイデアスケッチ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8" name="Google Shape;2608;g3afcfb39b93_0_2451"/>
          <p:cNvSpPr/>
          <p:nvPr/>
        </p:nvSpPr>
        <p:spPr>
          <a:xfrm>
            <a:off x="7772400" y="22860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4B942"/>
                </a:solidFill>
                <a:latin typeface="Arial"/>
                <a:ea typeface="Arial"/>
                <a:cs typeface="Arial"/>
                <a:sym typeface="Arial"/>
              </a:rPr>
              <a:t>KYOTO PLATEAU HACK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9" name="Google Shape;2609;g3afcfb39b93_0_2451"/>
          <p:cNvSpPr/>
          <p:nvPr/>
        </p:nvSpPr>
        <p:spPr>
          <a:xfrm>
            <a:off x="274320" y="128016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0" name="Google Shape;2610;g3afcfb39b93_0_2451"/>
          <p:cNvSpPr/>
          <p:nvPr/>
        </p:nvSpPr>
        <p:spPr>
          <a:xfrm>
            <a:off x="502920" y="128016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アイデアのヘッドライン（25字以内）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1" name="Google Shape;2611;g3afcfb39b93_0_2451"/>
          <p:cNvSpPr/>
          <p:nvPr/>
        </p:nvSpPr>
        <p:spPr>
          <a:xfrm>
            <a:off x="502920" y="160020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💡 アイデアを端的に表すキャッチコピー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2" name="Google Shape;2612;g3afcfb39b93_0_2451"/>
          <p:cNvSpPr/>
          <p:nvPr/>
        </p:nvSpPr>
        <p:spPr>
          <a:xfrm>
            <a:off x="274320" y="1874520"/>
            <a:ext cx="10149900" cy="5487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3" name="Google Shape;2613;g3afcfb39b93_0_2451"/>
          <p:cNvSpPr/>
          <p:nvPr/>
        </p:nvSpPr>
        <p:spPr>
          <a:xfrm>
            <a:off x="274320" y="2606040"/>
            <a:ext cx="3474600" cy="3201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4" name="Google Shape;2614;g3afcfb39b93_0_2451"/>
          <p:cNvSpPr/>
          <p:nvPr/>
        </p:nvSpPr>
        <p:spPr>
          <a:xfrm>
            <a:off x="274320" y="2606040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Before このアイデアがない世界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5" name="Google Shape;2615;g3afcfb39b93_0_2451"/>
          <p:cNvSpPr/>
          <p:nvPr/>
        </p:nvSpPr>
        <p:spPr>
          <a:xfrm>
            <a:off x="274320" y="2926080"/>
            <a:ext cx="347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ユーザーは何に困っている？何ができない？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6" name="Google Shape;2616;g3afcfb39b93_0_2451"/>
          <p:cNvSpPr/>
          <p:nvPr/>
        </p:nvSpPr>
        <p:spPr>
          <a:xfrm>
            <a:off x="274320" y="3108960"/>
            <a:ext cx="3474600" cy="164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7" name="Google Shape;2617;g3afcfb39b93_0_2451"/>
          <p:cNvSpPr/>
          <p:nvPr/>
        </p:nvSpPr>
        <p:spPr>
          <a:xfrm>
            <a:off x="274320" y="4937760"/>
            <a:ext cx="3474600" cy="320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8" name="Google Shape;2618;g3afcfb39b93_0_2451"/>
          <p:cNvSpPr/>
          <p:nvPr/>
        </p:nvSpPr>
        <p:spPr>
          <a:xfrm>
            <a:off x="274320" y="4937760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After このアイデアがもたらす価値・変化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9" name="Google Shape;2619;g3afcfb39b93_0_2451"/>
          <p:cNvSpPr/>
          <p:nvPr/>
        </p:nvSpPr>
        <p:spPr>
          <a:xfrm>
            <a:off x="274320" y="5257800"/>
            <a:ext cx="347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ユーザーが手に入れる新しい価値は？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0" name="Google Shape;2620;g3afcfb39b93_0_2451"/>
          <p:cNvSpPr/>
          <p:nvPr/>
        </p:nvSpPr>
        <p:spPr>
          <a:xfrm>
            <a:off x="274320" y="5440680"/>
            <a:ext cx="3474600" cy="164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1" name="Google Shape;2621;g3afcfb39b93_0_2451"/>
          <p:cNvSpPr/>
          <p:nvPr/>
        </p:nvSpPr>
        <p:spPr>
          <a:xfrm>
            <a:off x="3931920" y="2606040"/>
            <a:ext cx="6492300" cy="320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2" name="Google Shape;2622;g3afcfb39b93_0_2451"/>
          <p:cNvSpPr/>
          <p:nvPr/>
        </p:nvSpPr>
        <p:spPr>
          <a:xfrm>
            <a:off x="3931920" y="2606040"/>
            <a:ext cx="649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アイデア概要（絵でもOK！）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3" name="Google Shape;2623;g3afcfb39b93_0_2451"/>
          <p:cNvSpPr/>
          <p:nvPr/>
        </p:nvSpPr>
        <p:spPr>
          <a:xfrm>
            <a:off x="3931920" y="2926080"/>
            <a:ext cx="6492300" cy="2834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4" name="Google Shape;2624;g3afcfb39b93_0_2451"/>
          <p:cNvSpPr/>
          <p:nvPr/>
        </p:nvSpPr>
        <p:spPr>
          <a:xfrm>
            <a:off x="3931920" y="5852160"/>
            <a:ext cx="6492300" cy="320100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5" name="Google Shape;2625;g3afcfb39b93_0_2451"/>
          <p:cNvSpPr/>
          <p:nvPr/>
        </p:nvSpPr>
        <p:spPr>
          <a:xfrm>
            <a:off x="3931920" y="5852160"/>
            <a:ext cx="649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どんなデータを使う？どう活かす？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6" name="Google Shape;2626;g3afcfb39b93_0_2451"/>
          <p:cNvSpPr/>
          <p:nvPr/>
        </p:nvSpPr>
        <p:spPr>
          <a:xfrm>
            <a:off x="3931920" y="6172200"/>
            <a:ext cx="6492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PLATEAU 3D都市モデル / オープンデータ / Google Maps API / その他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7" name="Google Shape;2627;g3afcfb39b93_0_2451"/>
          <p:cNvSpPr/>
          <p:nvPr/>
        </p:nvSpPr>
        <p:spPr>
          <a:xfrm>
            <a:off x="3931920" y="6355080"/>
            <a:ext cx="6492300" cy="731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8" name="Google Shape;2628;g3afcfb39b93_0_2451"/>
          <p:cNvSpPr/>
          <p:nvPr/>
        </p:nvSpPr>
        <p:spPr>
          <a:xfrm>
            <a:off x="274320" y="722376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© H-Tus Ltd. CC-BY-SA 4.0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9" name="Google Shape;2629;g3afcfb39b93_0_2451"/>
          <p:cNvSpPr/>
          <p:nvPr/>
        </p:nvSpPr>
        <p:spPr>
          <a:xfrm>
            <a:off x="274326" y="868675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チーム名：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0" name="Google Shape;2630;g3afcfb39b93_0_2451"/>
          <p:cNvSpPr/>
          <p:nvPr/>
        </p:nvSpPr>
        <p:spPr>
          <a:xfrm>
            <a:off x="124551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5" name="Shape 2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6" name="Google Shape;2636;g3afcfb39b93_0_2480"/>
          <p:cNvSpPr/>
          <p:nvPr/>
        </p:nvSpPr>
        <p:spPr>
          <a:xfrm>
            <a:off x="0" y="0"/>
            <a:ext cx="10689300" cy="731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7" name="Google Shape;2637;g3afcfb39b93_0_2480"/>
          <p:cNvSpPr/>
          <p:nvPr/>
        </p:nvSpPr>
        <p:spPr>
          <a:xfrm>
            <a:off x="274320" y="1371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アイデアスケッチ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8" name="Google Shape;2638;g3afcfb39b93_0_2480"/>
          <p:cNvSpPr/>
          <p:nvPr/>
        </p:nvSpPr>
        <p:spPr>
          <a:xfrm>
            <a:off x="7772400" y="22860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4B942"/>
                </a:solidFill>
                <a:latin typeface="Arial"/>
                <a:ea typeface="Arial"/>
                <a:cs typeface="Arial"/>
                <a:sym typeface="Arial"/>
              </a:rPr>
              <a:t>KYOTO PLATEAU HACK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9" name="Google Shape;2639;g3afcfb39b93_0_2480"/>
          <p:cNvSpPr/>
          <p:nvPr/>
        </p:nvSpPr>
        <p:spPr>
          <a:xfrm>
            <a:off x="274320" y="128016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0" name="Google Shape;2640;g3afcfb39b93_0_2480"/>
          <p:cNvSpPr/>
          <p:nvPr/>
        </p:nvSpPr>
        <p:spPr>
          <a:xfrm>
            <a:off x="502920" y="128016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アイデアのヘッドライン（25字以内）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1" name="Google Shape;2641;g3afcfb39b93_0_2480"/>
          <p:cNvSpPr/>
          <p:nvPr/>
        </p:nvSpPr>
        <p:spPr>
          <a:xfrm>
            <a:off x="502920" y="160020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💡 アイデアを端的に表すキャッチコピー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2" name="Google Shape;2642;g3afcfb39b93_0_2480"/>
          <p:cNvSpPr/>
          <p:nvPr/>
        </p:nvSpPr>
        <p:spPr>
          <a:xfrm>
            <a:off x="274320" y="1874520"/>
            <a:ext cx="10149900" cy="5487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3" name="Google Shape;2643;g3afcfb39b93_0_2480"/>
          <p:cNvSpPr/>
          <p:nvPr/>
        </p:nvSpPr>
        <p:spPr>
          <a:xfrm>
            <a:off x="274320" y="2606040"/>
            <a:ext cx="3474600" cy="3201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4" name="Google Shape;2644;g3afcfb39b93_0_2480"/>
          <p:cNvSpPr/>
          <p:nvPr/>
        </p:nvSpPr>
        <p:spPr>
          <a:xfrm>
            <a:off x="274320" y="2606040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Before このアイデアがない世界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5" name="Google Shape;2645;g3afcfb39b93_0_2480"/>
          <p:cNvSpPr/>
          <p:nvPr/>
        </p:nvSpPr>
        <p:spPr>
          <a:xfrm>
            <a:off x="274320" y="2926080"/>
            <a:ext cx="347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ユーザーは何に困っている？何ができない？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6" name="Google Shape;2646;g3afcfb39b93_0_2480"/>
          <p:cNvSpPr/>
          <p:nvPr/>
        </p:nvSpPr>
        <p:spPr>
          <a:xfrm>
            <a:off x="274320" y="3108960"/>
            <a:ext cx="3474600" cy="164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7" name="Google Shape;2647;g3afcfb39b93_0_2480"/>
          <p:cNvSpPr/>
          <p:nvPr/>
        </p:nvSpPr>
        <p:spPr>
          <a:xfrm>
            <a:off x="274320" y="4937760"/>
            <a:ext cx="3474600" cy="320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8" name="Google Shape;2648;g3afcfb39b93_0_2480"/>
          <p:cNvSpPr/>
          <p:nvPr/>
        </p:nvSpPr>
        <p:spPr>
          <a:xfrm>
            <a:off x="274320" y="4937760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After このアイデアがもたらす価値・変化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9" name="Google Shape;2649;g3afcfb39b93_0_2480"/>
          <p:cNvSpPr/>
          <p:nvPr/>
        </p:nvSpPr>
        <p:spPr>
          <a:xfrm>
            <a:off x="274320" y="5257800"/>
            <a:ext cx="347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ユーザーが手に入れる新しい価値は？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0" name="Google Shape;2650;g3afcfb39b93_0_2480"/>
          <p:cNvSpPr/>
          <p:nvPr/>
        </p:nvSpPr>
        <p:spPr>
          <a:xfrm>
            <a:off x="274320" y="5440680"/>
            <a:ext cx="3474600" cy="164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1" name="Google Shape;2651;g3afcfb39b93_0_2480"/>
          <p:cNvSpPr/>
          <p:nvPr/>
        </p:nvSpPr>
        <p:spPr>
          <a:xfrm>
            <a:off x="3931920" y="2606040"/>
            <a:ext cx="6492300" cy="320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2" name="Google Shape;2652;g3afcfb39b93_0_2480"/>
          <p:cNvSpPr/>
          <p:nvPr/>
        </p:nvSpPr>
        <p:spPr>
          <a:xfrm>
            <a:off x="3931920" y="2606040"/>
            <a:ext cx="649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アイデア概要（絵でもOK！）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3" name="Google Shape;2653;g3afcfb39b93_0_2480"/>
          <p:cNvSpPr/>
          <p:nvPr/>
        </p:nvSpPr>
        <p:spPr>
          <a:xfrm>
            <a:off x="3931920" y="2926080"/>
            <a:ext cx="6492300" cy="2834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4" name="Google Shape;2654;g3afcfb39b93_0_2480"/>
          <p:cNvSpPr/>
          <p:nvPr/>
        </p:nvSpPr>
        <p:spPr>
          <a:xfrm>
            <a:off x="3931920" y="5852160"/>
            <a:ext cx="6492300" cy="320100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5" name="Google Shape;2655;g3afcfb39b93_0_2480"/>
          <p:cNvSpPr/>
          <p:nvPr/>
        </p:nvSpPr>
        <p:spPr>
          <a:xfrm>
            <a:off x="3931920" y="5852160"/>
            <a:ext cx="649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どんなデータを使う？どう活かす？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6" name="Google Shape;2656;g3afcfb39b93_0_2480"/>
          <p:cNvSpPr/>
          <p:nvPr/>
        </p:nvSpPr>
        <p:spPr>
          <a:xfrm>
            <a:off x="3931920" y="6172200"/>
            <a:ext cx="6492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PLATEAU 3D都市モデル / オープンデータ / Google Maps API / その他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7" name="Google Shape;2657;g3afcfb39b93_0_2480"/>
          <p:cNvSpPr/>
          <p:nvPr/>
        </p:nvSpPr>
        <p:spPr>
          <a:xfrm>
            <a:off x="3931920" y="6355080"/>
            <a:ext cx="6492300" cy="731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8" name="Google Shape;2658;g3afcfb39b93_0_2480"/>
          <p:cNvSpPr/>
          <p:nvPr/>
        </p:nvSpPr>
        <p:spPr>
          <a:xfrm>
            <a:off x="274320" y="722376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© H-Tus Ltd. CC-BY-SA 4.0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9" name="Google Shape;2659;g3afcfb39b93_0_2480"/>
          <p:cNvSpPr/>
          <p:nvPr/>
        </p:nvSpPr>
        <p:spPr>
          <a:xfrm>
            <a:off x="274326" y="868675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チーム名：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0" name="Google Shape;2660;g3afcfb39b93_0_2480"/>
          <p:cNvSpPr/>
          <p:nvPr/>
        </p:nvSpPr>
        <p:spPr>
          <a:xfrm>
            <a:off x="124551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5" name="Shape 2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6" name="Google Shape;2666;g3afcfb39b93_0_2509"/>
          <p:cNvSpPr/>
          <p:nvPr/>
        </p:nvSpPr>
        <p:spPr>
          <a:xfrm>
            <a:off x="0" y="0"/>
            <a:ext cx="10689300" cy="731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7" name="Google Shape;2667;g3afcfb39b93_0_2509"/>
          <p:cNvSpPr/>
          <p:nvPr/>
        </p:nvSpPr>
        <p:spPr>
          <a:xfrm>
            <a:off x="274320" y="1371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アイデアスケッチ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8" name="Google Shape;2668;g3afcfb39b93_0_2509"/>
          <p:cNvSpPr/>
          <p:nvPr/>
        </p:nvSpPr>
        <p:spPr>
          <a:xfrm>
            <a:off x="7772400" y="22860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4B942"/>
                </a:solidFill>
                <a:latin typeface="Arial"/>
                <a:ea typeface="Arial"/>
                <a:cs typeface="Arial"/>
                <a:sym typeface="Arial"/>
              </a:rPr>
              <a:t>KYOTO PLATEAU HACK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9" name="Google Shape;2669;g3afcfb39b93_0_2509"/>
          <p:cNvSpPr/>
          <p:nvPr/>
        </p:nvSpPr>
        <p:spPr>
          <a:xfrm>
            <a:off x="274320" y="128016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0" name="Google Shape;2670;g3afcfb39b93_0_2509"/>
          <p:cNvSpPr/>
          <p:nvPr/>
        </p:nvSpPr>
        <p:spPr>
          <a:xfrm>
            <a:off x="502920" y="128016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アイデアのヘッドライン（25字以内）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1" name="Google Shape;2671;g3afcfb39b93_0_2509"/>
          <p:cNvSpPr/>
          <p:nvPr/>
        </p:nvSpPr>
        <p:spPr>
          <a:xfrm>
            <a:off x="502920" y="160020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💡 アイデアを端的に表すキャッチコピー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2" name="Google Shape;2672;g3afcfb39b93_0_2509"/>
          <p:cNvSpPr/>
          <p:nvPr/>
        </p:nvSpPr>
        <p:spPr>
          <a:xfrm>
            <a:off x="274320" y="1874520"/>
            <a:ext cx="10149900" cy="5487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3" name="Google Shape;2673;g3afcfb39b93_0_2509"/>
          <p:cNvSpPr/>
          <p:nvPr/>
        </p:nvSpPr>
        <p:spPr>
          <a:xfrm>
            <a:off x="274320" y="2606040"/>
            <a:ext cx="3474600" cy="3201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4" name="Google Shape;2674;g3afcfb39b93_0_2509"/>
          <p:cNvSpPr/>
          <p:nvPr/>
        </p:nvSpPr>
        <p:spPr>
          <a:xfrm>
            <a:off x="274320" y="2606040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Before このアイデアがない世界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5" name="Google Shape;2675;g3afcfb39b93_0_2509"/>
          <p:cNvSpPr/>
          <p:nvPr/>
        </p:nvSpPr>
        <p:spPr>
          <a:xfrm>
            <a:off x="274320" y="2926080"/>
            <a:ext cx="347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ユーザーは何に困っている？何ができない？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6" name="Google Shape;2676;g3afcfb39b93_0_2509"/>
          <p:cNvSpPr/>
          <p:nvPr/>
        </p:nvSpPr>
        <p:spPr>
          <a:xfrm>
            <a:off x="274320" y="3108960"/>
            <a:ext cx="3474600" cy="164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7" name="Google Shape;2677;g3afcfb39b93_0_2509"/>
          <p:cNvSpPr/>
          <p:nvPr/>
        </p:nvSpPr>
        <p:spPr>
          <a:xfrm>
            <a:off x="274320" y="4937760"/>
            <a:ext cx="3474600" cy="320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8" name="Google Shape;2678;g3afcfb39b93_0_2509"/>
          <p:cNvSpPr/>
          <p:nvPr/>
        </p:nvSpPr>
        <p:spPr>
          <a:xfrm>
            <a:off x="274320" y="4937760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After このアイデアがもたらす価値・変化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9" name="Google Shape;2679;g3afcfb39b93_0_2509"/>
          <p:cNvSpPr/>
          <p:nvPr/>
        </p:nvSpPr>
        <p:spPr>
          <a:xfrm>
            <a:off x="274320" y="5257800"/>
            <a:ext cx="347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ユーザーが手に入れる新しい価値は？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0" name="Google Shape;2680;g3afcfb39b93_0_2509"/>
          <p:cNvSpPr/>
          <p:nvPr/>
        </p:nvSpPr>
        <p:spPr>
          <a:xfrm>
            <a:off x="274320" y="5440680"/>
            <a:ext cx="3474600" cy="164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1" name="Google Shape;2681;g3afcfb39b93_0_2509"/>
          <p:cNvSpPr/>
          <p:nvPr/>
        </p:nvSpPr>
        <p:spPr>
          <a:xfrm>
            <a:off x="3931920" y="2606040"/>
            <a:ext cx="6492300" cy="320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2" name="Google Shape;2682;g3afcfb39b93_0_2509"/>
          <p:cNvSpPr/>
          <p:nvPr/>
        </p:nvSpPr>
        <p:spPr>
          <a:xfrm>
            <a:off x="3931920" y="2606040"/>
            <a:ext cx="649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アイデア概要（絵でもOK！）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3" name="Google Shape;2683;g3afcfb39b93_0_2509"/>
          <p:cNvSpPr/>
          <p:nvPr/>
        </p:nvSpPr>
        <p:spPr>
          <a:xfrm>
            <a:off x="3931920" y="2926080"/>
            <a:ext cx="6492300" cy="2834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4" name="Google Shape;2684;g3afcfb39b93_0_2509"/>
          <p:cNvSpPr/>
          <p:nvPr/>
        </p:nvSpPr>
        <p:spPr>
          <a:xfrm>
            <a:off x="3931920" y="5852160"/>
            <a:ext cx="6492300" cy="320100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5" name="Google Shape;2685;g3afcfb39b93_0_2509"/>
          <p:cNvSpPr/>
          <p:nvPr/>
        </p:nvSpPr>
        <p:spPr>
          <a:xfrm>
            <a:off x="3931920" y="5852160"/>
            <a:ext cx="649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どんなデータを使う？どう活かす？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6" name="Google Shape;2686;g3afcfb39b93_0_2509"/>
          <p:cNvSpPr/>
          <p:nvPr/>
        </p:nvSpPr>
        <p:spPr>
          <a:xfrm>
            <a:off x="3931920" y="6172200"/>
            <a:ext cx="6492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PLATEAU 3D都市モデル / オープンデータ / Google Maps API / その他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7" name="Google Shape;2687;g3afcfb39b93_0_2509"/>
          <p:cNvSpPr/>
          <p:nvPr/>
        </p:nvSpPr>
        <p:spPr>
          <a:xfrm>
            <a:off x="3931920" y="6355080"/>
            <a:ext cx="6492300" cy="731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8" name="Google Shape;2688;g3afcfb39b93_0_2509"/>
          <p:cNvSpPr/>
          <p:nvPr/>
        </p:nvSpPr>
        <p:spPr>
          <a:xfrm>
            <a:off x="274320" y="722376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© H-Tus Ltd. CC-BY-SA 4.0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9" name="Google Shape;2689;g3afcfb39b93_0_2509"/>
          <p:cNvSpPr/>
          <p:nvPr/>
        </p:nvSpPr>
        <p:spPr>
          <a:xfrm>
            <a:off x="274326" y="868675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チーム名：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0" name="Google Shape;2690;g3afcfb39b93_0_2509"/>
          <p:cNvSpPr/>
          <p:nvPr/>
        </p:nvSpPr>
        <p:spPr>
          <a:xfrm>
            <a:off x="124551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5" name="Shape 2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6" name="Google Shape;2696;g3afcfb39b93_0_2538"/>
          <p:cNvSpPr/>
          <p:nvPr/>
        </p:nvSpPr>
        <p:spPr>
          <a:xfrm>
            <a:off x="0" y="0"/>
            <a:ext cx="10689300" cy="731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7" name="Google Shape;2697;g3afcfb39b93_0_2538"/>
          <p:cNvSpPr/>
          <p:nvPr/>
        </p:nvSpPr>
        <p:spPr>
          <a:xfrm>
            <a:off x="274320" y="1371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アイデアスケッチ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8" name="Google Shape;2698;g3afcfb39b93_0_2538"/>
          <p:cNvSpPr/>
          <p:nvPr/>
        </p:nvSpPr>
        <p:spPr>
          <a:xfrm>
            <a:off x="7772400" y="22860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4B942"/>
                </a:solidFill>
                <a:latin typeface="Arial"/>
                <a:ea typeface="Arial"/>
                <a:cs typeface="Arial"/>
                <a:sym typeface="Arial"/>
              </a:rPr>
              <a:t>KYOTO PLATEAU HACK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9" name="Google Shape;2699;g3afcfb39b93_0_2538"/>
          <p:cNvSpPr/>
          <p:nvPr/>
        </p:nvSpPr>
        <p:spPr>
          <a:xfrm>
            <a:off x="274320" y="128016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0" name="Google Shape;2700;g3afcfb39b93_0_2538"/>
          <p:cNvSpPr/>
          <p:nvPr/>
        </p:nvSpPr>
        <p:spPr>
          <a:xfrm>
            <a:off x="502920" y="128016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アイデアのヘッドライン（25字以内）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1" name="Google Shape;2701;g3afcfb39b93_0_2538"/>
          <p:cNvSpPr/>
          <p:nvPr/>
        </p:nvSpPr>
        <p:spPr>
          <a:xfrm>
            <a:off x="502920" y="160020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💡 アイデアを端的に表すキャッチコピー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2" name="Google Shape;2702;g3afcfb39b93_0_2538"/>
          <p:cNvSpPr/>
          <p:nvPr/>
        </p:nvSpPr>
        <p:spPr>
          <a:xfrm>
            <a:off x="274320" y="1874520"/>
            <a:ext cx="10149900" cy="5487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3" name="Google Shape;2703;g3afcfb39b93_0_2538"/>
          <p:cNvSpPr/>
          <p:nvPr/>
        </p:nvSpPr>
        <p:spPr>
          <a:xfrm>
            <a:off x="274320" y="2606040"/>
            <a:ext cx="3474600" cy="3201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4" name="Google Shape;2704;g3afcfb39b93_0_2538"/>
          <p:cNvSpPr/>
          <p:nvPr/>
        </p:nvSpPr>
        <p:spPr>
          <a:xfrm>
            <a:off x="274320" y="2606040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Before このアイデアがない世界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5" name="Google Shape;2705;g3afcfb39b93_0_2538"/>
          <p:cNvSpPr/>
          <p:nvPr/>
        </p:nvSpPr>
        <p:spPr>
          <a:xfrm>
            <a:off x="274320" y="2926080"/>
            <a:ext cx="347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ユーザーは何に困っている？何ができない？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6" name="Google Shape;2706;g3afcfb39b93_0_2538"/>
          <p:cNvSpPr/>
          <p:nvPr/>
        </p:nvSpPr>
        <p:spPr>
          <a:xfrm>
            <a:off x="274320" y="3108960"/>
            <a:ext cx="3474600" cy="164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7" name="Google Shape;2707;g3afcfb39b93_0_2538"/>
          <p:cNvSpPr/>
          <p:nvPr/>
        </p:nvSpPr>
        <p:spPr>
          <a:xfrm>
            <a:off x="274320" y="4937760"/>
            <a:ext cx="3474600" cy="320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8" name="Google Shape;2708;g3afcfb39b93_0_2538"/>
          <p:cNvSpPr/>
          <p:nvPr/>
        </p:nvSpPr>
        <p:spPr>
          <a:xfrm>
            <a:off x="274320" y="4937760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After このアイデアがもたらす価値・変化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9" name="Google Shape;2709;g3afcfb39b93_0_2538"/>
          <p:cNvSpPr/>
          <p:nvPr/>
        </p:nvSpPr>
        <p:spPr>
          <a:xfrm>
            <a:off x="274320" y="5257800"/>
            <a:ext cx="347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ユーザーが手に入れる新しい価値は？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0" name="Google Shape;2710;g3afcfb39b93_0_2538"/>
          <p:cNvSpPr/>
          <p:nvPr/>
        </p:nvSpPr>
        <p:spPr>
          <a:xfrm>
            <a:off x="274320" y="5440680"/>
            <a:ext cx="3474600" cy="164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1" name="Google Shape;2711;g3afcfb39b93_0_2538"/>
          <p:cNvSpPr/>
          <p:nvPr/>
        </p:nvSpPr>
        <p:spPr>
          <a:xfrm>
            <a:off x="3931920" y="2606040"/>
            <a:ext cx="6492300" cy="320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2" name="Google Shape;2712;g3afcfb39b93_0_2538"/>
          <p:cNvSpPr/>
          <p:nvPr/>
        </p:nvSpPr>
        <p:spPr>
          <a:xfrm>
            <a:off x="3931920" y="2606040"/>
            <a:ext cx="649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アイデア概要（絵でもOK！）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3" name="Google Shape;2713;g3afcfb39b93_0_2538"/>
          <p:cNvSpPr/>
          <p:nvPr/>
        </p:nvSpPr>
        <p:spPr>
          <a:xfrm>
            <a:off x="3931920" y="2926080"/>
            <a:ext cx="6492300" cy="2834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4" name="Google Shape;2714;g3afcfb39b93_0_2538"/>
          <p:cNvSpPr/>
          <p:nvPr/>
        </p:nvSpPr>
        <p:spPr>
          <a:xfrm>
            <a:off x="3931920" y="5852160"/>
            <a:ext cx="6492300" cy="320100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5" name="Google Shape;2715;g3afcfb39b93_0_2538"/>
          <p:cNvSpPr/>
          <p:nvPr/>
        </p:nvSpPr>
        <p:spPr>
          <a:xfrm>
            <a:off x="3931920" y="5852160"/>
            <a:ext cx="649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どんなデータを使う？どう活かす？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6" name="Google Shape;2716;g3afcfb39b93_0_2538"/>
          <p:cNvSpPr/>
          <p:nvPr/>
        </p:nvSpPr>
        <p:spPr>
          <a:xfrm>
            <a:off x="3931920" y="6172200"/>
            <a:ext cx="6492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PLATEAU 3D都市モデル / オープンデータ / Google Maps API / その他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7" name="Google Shape;2717;g3afcfb39b93_0_2538"/>
          <p:cNvSpPr/>
          <p:nvPr/>
        </p:nvSpPr>
        <p:spPr>
          <a:xfrm>
            <a:off x="3931920" y="6355080"/>
            <a:ext cx="6492300" cy="731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8" name="Google Shape;2718;g3afcfb39b93_0_2538"/>
          <p:cNvSpPr/>
          <p:nvPr/>
        </p:nvSpPr>
        <p:spPr>
          <a:xfrm>
            <a:off x="274320" y="722376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© H-Tus Ltd. CC-BY-SA 4.0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9" name="Google Shape;2719;g3afcfb39b93_0_2538"/>
          <p:cNvSpPr/>
          <p:nvPr/>
        </p:nvSpPr>
        <p:spPr>
          <a:xfrm>
            <a:off x="274326" y="868675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チーム名：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0" name="Google Shape;2720;g3afcfb39b93_0_2538"/>
          <p:cNvSpPr/>
          <p:nvPr/>
        </p:nvSpPr>
        <p:spPr>
          <a:xfrm>
            <a:off x="124551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5" name="Shape 2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6" name="Google Shape;2726;g3afcfb39b93_0_2567"/>
          <p:cNvSpPr/>
          <p:nvPr/>
        </p:nvSpPr>
        <p:spPr>
          <a:xfrm>
            <a:off x="0" y="0"/>
            <a:ext cx="10689300" cy="731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7" name="Google Shape;2727;g3afcfb39b93_0_2567"/>
          <p:cNvSpPr/>
          <p:nvPr/>
        </p:nvSpPr>
        <p:spPr>
          <a:xfrm>
            <a:off x="274320" y="1371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アイデアスケッチ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8" name="Google Shape;2728;g3afcfb39b93_0_2567"/>
          <p:cNvSpPr/>
          <p:nvPr/>
        </p:nvSpPr>
        <p:spPr>
          <a:xfrm>
            <a:off x="7772400" y="22860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4B942"/>
                </a:solidFill>
                <a:latin typeface="Arial"/>
                <a:ea typeface="Arial"/>
                <a:cs typeface="Arial"/>
                <a:sym typeface="Arial"/>
              </a:rPr>
              <a:t>KYOTO PLATEAU HACK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9" name="Google Shape;2729;g3afcfb39b93_0_2567"/>
          <p:cNvSpPr/>
          <p:nvPr/>
        </p:nvSpPr>
        <p:spPr>
          <a:xfrm>
            <a:off x="274320" y="128016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0" name="Google Shape;2730;g3afcfb39b93_0_2567"/>
          <p:cNvSpPr/>
          <p:nvPr/>
        </p:nvSpPr>
        <p:spPr>
          <a:xfrm>
            <a:off x="502920" y="128016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アイデアのヘッドライン（25字以内）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1" name="Google Shape;2731;g3afcfb39b93_0_2567"/>
          <p:cNvSpPr/>
          <p:nvPr/>
        </p:nvSpPr>
        <p:spPr>
          <a:xfrm>
            <a:off x="502920" y="160020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💡 アイデアを端的に表すキャッチコピー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2" name="Google Shape;2732;g3afcfb39b93_0_2567"/>
          <p:cNvSpPr/>
          <p:nvPr/>
        </p:nvSpPr>
        <p:spPr>
          <a:xfrm>
            <a:off x="274320" y="1874520"/>
            <a:ext cx="10149900" cy="5487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3" name="Google Shape;2733;g3afcfb39b93_0_2567"/>
          <p:cNvSpPr/>
          <p:nvPr/>
        </p:nvSpPr>
        <p:spPr>
          <a:xfrm>
            <a:off x="274320" y="2606040"/>
            <a:ext cx="3474600" cy="3201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4" name="Google Shape;2734;g3afcfb39b93_0_2567"/>
          <p:cNvSpPr/>
          <p:nvPr/>
        </p:nvSpPr>
        <p:spPr>
          <a:xfrm>
            <a:off x="274320" y="2606040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Before このアイデアがない世界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5" name="Google Shape;2735;g3afcfb39b93_0_2567"/>
          <p:cNvSpPr/>
          <p:nvPr/>
        </p:nvSpPr>
        <p:spPr>
          <a:xfrm>
            <a:off x="274320" y="2926080"/>
            <a:ext cx="347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ユーザーは何に困っている？何ができない？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6" name="Google Shape;2736;g3afcfb39b93_0_2567"/>
          <p:cNvSpPr/>
          <p:nvPr/>
        </p:nvSpPr>
        <p:spPr>
          <a:xfrm>
            <a:off x="274320" y="3108960"/>
            <a:ext cx="3474600" cy="164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7" name="Google Shape;2737;g3afcfb39b93_0_2567"/>
          <p:cNvSpPr/>
          <p:nvPr/>
        </p:nvSpPr>
        <p:spPr>
          <a:xfrm>
            <a:off x="274320" y="4937760"/>
            <a:ext cx="3474600" cy="320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8" name="Google Shape;2738;g3afcfb39b93_0_2567"/>
          <p:cNvSpPr/>
          <p:nvPr/>
        </p:nvSpPr>
        <p:spPr>
          <a:xfrm>
            <a:off x="274320" y="4937760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After このアイデアがもたらす価値・変化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9" name="Google Shape;2739;g3afcfb39b93_0_2567"/>
          <p:cNvSpPr/>
          <p:nvPr/>
        </p:nvSpPr>
        <p:spPr>
          <a:xfrm>
            <a:off x="274320" y="5257800"/>
            <a:ext cx="347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ユーザーが手に入れる新しい価値は？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0" name="Google Shape;2740;g3afcfb39b93_0_2567"/>
          <p:cNvSpPr/>
          <p:nvPr/>
        </p:nvSpPr>
        <p:spPr>
          <a:xfrm>
            <a:off x="274320" y="5440680"/>
            <a:ext cx="3474600" cy="164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1" name="Google Shape;2741;g3afcfb39b93_0_2567"/>
          <p:cNvSpPr/>
          <p:nvPr/>
        </p:nvSpPr>
        <p:spPr>
          <a:xfrm>
            <a:off x="3931920" y="2606040"/>
            <a:ext cx="6492300" cy="320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2" name="Google Shape;2742;g3afcfb39b93_0_2567"/>
          <p:cNvSpPr/>
          <p:nvPr/>
        </p:nvSpPr>
        <p:spPr>
          <a:xfrm>
            <a:off x="3931920" y="2606040"/>
            <a:ext cx="649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アイデア概要（絵でもOK！）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3" name="Google Shape;2743;g3afcfb39b93_0_2567"/>
          <p:cNvSpPr/>
          <p:nvPr/>
        </p:nvSpPr>
        <p:spPr>
          <a:xfrm>
            <a:off x="3931920" y="2926080"/>
            <a:ext cx="6492300" cy="2834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4" name="Google Shape;2744;g3afcfb39b93_0_2567"/>
          <p:cNvSpPr/>
          <p:nvPr/>
        </p:nvSpPr>
        <p:spPr>
          <a:xfrm>
            <a:off x="3931920" y="5852160"/>
            <a:ext cx="6492300" cy="320100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5" name="Google Shape;2745;g3afcfb39b93_0_2567"/>
          <p:cNvSpPr/>
          <p:nvPr/>
        </p:nvSpPr>
        <p:spPr>
          <a:xfrm>
            <a:off x="3931920" y="5852160"/>
            <a:ext cx="649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どんなデータを使う？どう活かす？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6" name="Google Shape;2746;g3afcfb39b93_0_2567"/>
          <p:cNvSpPr/>
          <p:nvPr/>
        </p:nvSpPr>
        <p:spPr>
          <a:xfrm>
            <a:off x="3931920" y="6172200"/>
            <a:ext cx="6492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PLATEAU 3D都市モデル / オープンデータ / Google Maps API / その他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7" name="Google Shape;2747;g3afcfb39b93_0_2567"/>
          <p:cNvSpPr/>
          <p:nvPr/>
        </p:nvSpPr>
        <p:spPr>
          <a:xfrm>
            <a:off x="3931920" y="6355080"/>
            <a:ext cx="6492300" cy="731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8" name="Google Shape;2748;g3afcfb39b93_0_2567"/>
          <p:cNvSpPr/>
          <p:nvPr/>
        </p:nvSpPr>
        <p:spPr>
          <a:xfrm>
            <a:off x="274320" y="722376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© H-Tus Ltd. CC-BY-SA 4.0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9" name="Google Shape;2749;g3afcfb39b93_0_2567"/>
          <p:cNvSpPr/>
          <p:nvPr/>
        </p:nvSpPr>
        <p:spPr>
          <a:xfrm>
            <a:off x="274326" y="868675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チーム名：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0" name="Google Shape;2750;g3afcfb39b93_0_2567"/>
          <p:cNvSpPr/>
          <p:nvPr/>
        </p:nvSpPr>
        <p:spPr>
          <a:xfrm>
            <a:off x="124551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5" name="Shape 2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6" name="Google Shape;2756;g3afcfb39b93_0_2596"/>
          <p:cNvSpPr/>
          <p:nvPr/>
        </p:nvSpPr>
        <p:spPr>
          <a:xfrm>
            <a:off x="0" y="0"/>
            <a:ext cx="10689300" cy="731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7" name="Google Shape;2757;g3afcfb39b93_0_2596"/>
          <p:cNvSpPr/>
          <p:nvPr/>
        </p:nvSpPr>
        <p:spPr>
          <a:xfrm>
            <a:off x="274320" y="1371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アイデアスケッチ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8" name="Google Shape;2758;g3afcfb39b93_0_2596"/>
          <p:cNvSpPr/>
          <p:nvPr/>
        </p:nvSpPr>
        <p:spPr>
          <a:xfrm>
            <a:off x="7772400" y="22860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4B942"/>
                </a:solidFill>
                <a:latin typeface="Arial"/>
                <a:ea typeface="Arial"/>
                <a:cs typeface="Arial"/>
                <a:sym typeface="Arial"/>
              </a:rPr>
              <a:t>KYOTO PLATEAU HACK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9" name="Google Shape;2759;g3afcfb39b93_0_2596"/>
          <p:cNvSpPr/>
          <p:nvPr/>
        </p:nvSpPr>
        <p:spPr>
          <a:xfrm>
            <a:off x="274320" y="128016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0" name="Google Shape;2760;g3afcfb39b93_0_2596"/>
          <p:cNvSpPr/>
          <p:nvPr/>
        </p:nvSpPr>
        <p:spPr>
          <a:xfrm>
            <a:off x="502920" y="128016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アイデアのヘッドライン（25字以内）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1" name="Google Shape;2761;g3afcfb39b93_0_2596"/>
          <p:cNvSpPr/>
          <p:nvPr/>
        </p:nvSpPr>
        <p:spPr>
          <a:xfrm>
            <a:off x="502920" y="160020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💡 アイデアを端的に表すキャッチコピー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2" name="Google Shape;2762;g3afcfb39b93_0_2596"/>
          <p:cNvSpPr/>
          <p:nvPr/>
        </p:nvSpPr>
        <p:spPr>
          <a:xfrm>
            <a:off x="274320" y="1874520"/>
            <a:ext cx="10149900" cy="5487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3" name="Google Shape;2763;g3afcfb39b93_0_2596"/>
          <p:cNvSpPr/>
          <p:nvPr/>
        </p:nvSpPr>
        <p:spPr>
          <a:xfrm>
            <a:off x="274320" y="2606040"/>
            <a:ext cx="3474600" cy="3201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4" name="Google Shape;2764;g3afcfb39b93_0_2596"/>
          <p:cNvSpPr/>
          <p:nvPr/>
        </p:nvSpPr>
        <p:spPr>
          <a:xfrm>
            <a:off x="274320" y="2606040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Before このアイデアがない世界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5" name="Google Shape;2765;g3afcfb39b93_0_2596"/>
          <p:cNvSpPr/>
          <p:nvPr/>
        </p:nvSpPr>
        <p:spPr>
          <a:xfrm>
            <a:off x="274320" y="2926080"/>
            <a:ext cx="347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ユーザーは何に困っている？何ができない？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6" name="Google Shape;2766;g3afcfb39b93_0_2596"/>
          <p:cNvSpPr/>
          <p:nvPr/>
        </p:nvSpPr>
        <p:spPr>
          <a:xfrm>
            <a:off x="274320" y="3108960"/>
            <a:ext cx="3474600" cy="164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7" name="Google Shape;2767;g3afcfb39b93_0_2596"/>
          <p:cNvSpPr/>
          <p:nvPr/>
        </p:nvSpPr>
        <p:spPr>
          <a:xfrm>
            <a:off x="274320" y="4937760"/>
            <a:ext cx="3474600" cy="320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8" name="Google Shape;2768;g3afcfb39b93_0_2596"/>
          <p:cNvSpPr/>
          <p:nvPr/>
        </p:nvSpPr>
        <p:spPr>
          <a:xfrm>
            <a:off x="274320" y="4937760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After このアイデアがもたらす価値・変化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9" name="Google Shape;2769;g3afcfb39b93_0_2596"/>
          <p:cNvSpPr/>
          <p:nvPr/>
        </p:nvSpPr>
        <p:spPr>
          <a:xfrm>
            <a:off x="274320" y="5257800"/>
            <a:ext cx="347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ユーザーが手に入れる新しい価値は？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0" name="Google Shape;2770;g3afcfb39b93_0_2596"/>
          <p:cNvSpPr/>
          <p:nvPr/>
        </p:nvSpPr>
        <p:spPr>
          <a:xfrm>
            <a:off x="274320" y="5440680"/>
            <a:ext cx="3474600" cy="164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1" name="Google Shape;2771;g3afcfb39b93_0_2596"/>
          <p:cNvSpPr/>
          <p:nvPr/>
        </p:nvSpPr>
        <p:spPr>
          <a:xfrm>
            <a:off x="3931920" y="2606040"/>
            <a:ext cx="6492300" cy="320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2" name="Google Shape;2772;g3afcfb39b93_0_2596"/>
          <p:cNvSpPr/>
          <p:nvPr/>
        </p:nvSpPr>
        <p:spPr>
          <a:xfrm>
            <a:off x="3931920" y="2606040"/>
            <a:ext cx="649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アイデア概要（絵でもOK！）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3" name="Google Shape;2773;g3afcfb39b93_0_2596"/>
          <p:cNvSpPr/>
          <p:nvPr/>
        </p:nvSpPr>
        <p:spPr>
          <a:xfrm>
            <a:off x="3931920" y="2926080"/>
            <a:ext cx="6492300" cy="2834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4" name="Google Shape;2774;g3afcfb39b93_0_2596"/>
          <p:cNvSpPr/>
          <p:nvPr/>
        </p:nvSpPr>
        <p:spPr>
          <a:xfrm>
            <a:off x="3931920" y="5852160"/>
            <a:ext cx="6492300" cy="320100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5" name="Google Shape;2775;g3afcfb39b93_0_2596"/>
          <p:cNvSpPr/>
          <p:nvPr/>
        </p:nvSpPr>
        <p:spPr>
          <a:xfrm>
            <a:off x="3931920" y="5852160"/>
            <a:ext cx="649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どんなデータを使う？どう活かす？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6" name="Google Shape;2776;g3afcfb39b93_0_2596"/>
          <p:cNvSpPr/>
          <p:nvPr/>
        </p:nvSpPr>
        <p:spPr>
          <a:xfrm>
            <a:off x="3931920" y="6172200"/>
            <a:ext cx="6492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PLATEAU 3D都市モデル / オープンデータ / Google Maps API / その他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7" name="Google Shape;2777;g3afcfb39b93_0_2596"/>
          <p:cNvSpPr/>
          <p:nvPr/>
        </p:nvSpPr>
        <p:spPr>
          <a:xfrm>
            <a:off x="3931920" y="6355080"/>
            <a:ext cx="6492300" cy="731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8" name="Google Shape;2778;g3afcfb39b93_0_2596"/>
          <p:cNvSpPr/>
          <p:nvPr/>
        </p:nvSpPr>
        <p:spPr>
          <a:xfrm>
            <a:off x="274320" y="722376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© H-Tus Ltd. CC-BY-SA 4.0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9" name="Google Shape;2779;g3afcfb39b93_0_2596"/>
          <p:cNvSpPr/>
          <p:nvPr/>
        </p:nvSpPr>
        <p:spPr>
          <a:xfrm>
            <a:off x="274326" y="868675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チーム名：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0" name="Google Shape;2780;g3afcfb39b93_0_2596"/>
          <p:cNvSpPr/>
          <p:nvPr/>
        </p:nvSpPr>
        <p:spPr>
          <a:xfrm>
            <a:off x="124551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5" name="Shape 2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6" name="Google Shape;2786;g3afcfb39b93_0_2625"/>
          <p:cNvSpPr/>
          <p:nvPr/>
        </p:nvSpPr>
        <p:spPr>
          <a:xfrm>
            <a:off x="0" y="0"/>
            <a:ext cx="10689300" cy="731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7" name="Google Shape;2787;g3afcfb39b93_0_2625"/>
          <p:cNvSpPr/>
          <p:nvPr/>
        </p:nvSpPr>
        <p:spPr>
          <a:xfrm>
            <a:off x="274320" y="1371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アイデアスケッチ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8" name="Google Shape;2788;g3afcfb39b93_0_2625"/>
          <p:cNvSpPr/>
          <p:nvPr/>
        </p:nvSpPr>
        <p:spPr>
          <a:xfrm>
            <a:off x="7772400" y="22860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4B942"/>
                </a:solidFill>
                <a:latin typeface="Arial"/>
                <a:ea typeface="Arial"/>
                <a:cs typeface="Arial"/>
                <a:sym typeface="Arial"/>
              </a:rPr>
              <a:t>KYOTO PLATEAU HACK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9" name="Google Shape;2789;g3afcfb39b93_0_2625"/>
          <p:cNvSpPr/>
          <p:nvPr/>
        </p:nvSpPr>
        <p:spPr>
          <a:xfrm>
            <a:off x="274320" y="128016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0" name="Google Shape;2790;g3afcfb39b93_0_2625"/>
          <p:cNvSpPr/>
          <p:nvPr/>
        </p:nvSpPr>
        <p:spPr>
          <a:xfrm>
            <a:off x="502920" y="128016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アイデアのヘッドライン（25字以内）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1" name="Google Shape;2791;g3afcfb39b93_0_2625"/>
          <p:cNvSpPr/>
          <p:nvPr/>
        </p:nvSpPr>
        <p:spPr>
          <a:xfrm>
            <a:off x="502920" y="160020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💡 アイデアを端的に表すキャッチコピー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2" name="Google Shape;2792;g3afcfb39b93_0_2625"/>
          <p:cNvSpPr/>
          <p:nvPr/>
        </p:nvSpPr>
        <p:spPr>
          <a:xfrm>
            <a:off x="274320" y="1874520"/>
            <a:ext cx="10149900" cy="5487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3" name="Google Shape;2793;g3afcfb39b93_0_2625"/>
          <p:cNvSpPr/>
          <p:nvPr/>
        </p:nvSpPr>
        <p:spPr>
          <a:xfrm>
            <a:off x="274320" y="2606040"/>
            <a:ext cx="3474600" cy="3201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4" name="Google Shape;2794;g3afcfb39b93_0_2625"/>
          <p:cNvSpPr/>
          <p:nvPr/>
        </p:nvSpPr>
        <p:spPr>
          <a:xfrm>
            <a:off x="274320" y="2606040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Before このアイデアがない世界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5" name="Google Shape;2795;g3afcfb39b93_0_2625"/>
          <p:cNvSpPr/>
          <p:nvPr/>
        </p:nvSpPr>
        <p:spPr>
          <a:xfrm>
            <a:off x="274320" y="2926080"/>
            <a:ext cx="347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ユーザーは何に困っている？何ができない？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6" name="Google Shape;2796;g3afcfb39b93_0_2625"/>
          <p:cNvSpPr/>
          <p:nvPr/>
        </p:nvSpPr>
        <p:spPr>
          <a:xfrm>
            <a:off x="274320" y="3108960"/>
            <a:ext cx="3474600" cy="164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7" name="Google Shape;2797;g3afcfb39b93_0_2625"/>
          <p:cNvSpPr/>
          <p:nvPr/>
        </p:nvSpPr>
        <p:spPr>
          <a:xfrm>
            <a:off x="274320" y="4937760"/>
            <a:ext cx="3474600" cy="320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8" name="Google Shape;2798;g3afcfb39b93_0_2625"/>
          <p:cNvSpPr/>
          <p:nvPr/>
        </p:nvSpPr>
        <p:spPr>
          <a:xfrm>
            <a:off x="274320" y="4937760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After このアイデアがもたらす価値・変化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9" name="Google Shape;2799;g3afcfb39b93_0_2625"/>
          <p:cNvSpPr/>
          <p:nvPr/>
        </p:nvSpPr>
        <p:spPr>
          <a:xfrm>
            <a:off x="274320" y="5257800"/>
            <a:ext cx="347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ユーザーが手に入れる新しい価値は？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0" name="Google Shape;2800;g3afcfb39b93_0_2625"/>
          <p:cNvSpPr/>
          <p:nvPr/>
        </p:nvSpPr>
        <p:spPr>
          <a:xfrm>
            <a:off x="274320" y="5440680"/>
            <a:ext cx="3474600" cy="164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1" name="Google Shape;2801;g3afcfb39b93_0_2625"/>
          <p:cNvSpPr/>
          <p:nvPr/>
        </p:nvSpPr>
        <p:spPr>
          <a:xfrm>
            <a:off x="3931920" y="2606040"/>
            <a:ext cx="6492300" cy="320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2" name="Google Shape;2802;g3afcfb39b93_0_2625"/>
          <p:cNvSpPr/>
          <p:nvPr/>
        </p:nvSpPr>
        <p:spPr>
          <a:xfrm>
            <a:off x="3931920" y="2606040"/>
            <a:ext cx="649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アイデア概要（絵でもOK！）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3" name="Google Shape;2803;g3afcfb39b93_0_2625"/>
          <p:cNvSpPr/>
          <p:nvPr/>
        </p:nvSpPr>
        <p:spPr>
          <a:xfrm>
            <a:off x="3931920" y="2926080"/>
            <a:ext cx="6492300" cy="2834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4" name="Google Shape;2804;g3afcfb39b93_0_2625"/>
          <p:cNvSpPr/>
          <p:nvPr/>
        </p:nvSpPr>
        <p:spPr>
          <a:xfrm>
            <a:off x="3931920" y="5852160"/>
            <a:ext cx="6492300" cy="320100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5" name="Google Shape;2805;g3afcfb39b93_0_2625"/>
          <p:cNvSpPr/>
          <p:nvPr/>
        </p:nvSpPr>
        <p:spPr>
          <a:xfrm>
            <a:off x="3931920" y="5852160"/>
            <a:ext cx="649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どんなデータを使う？どう活かす？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6" name="Google Shape;2806;g3afcfb39b93_0_2625"/>
          <p:cNvSpPr/>
          <p:nvPr/>
        </p:nvSpPr>
        <p:spPr>
          <a:xfrm>
            <a:off x="3931920" y="6172200"/>
            <a:ext cx="6492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PLATEAU 3D都市モデル / オープンデータ / Google Maps API / その他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7" name="Google Shape;2807;g3afcfb39b93_0_2625"/>
          <p:cNvSpPr/>
          <p:nvPr/>
        </p:nvSpPr>
        <p:spPr>
          <a:xfrm>
            <a:off x="3931920" y="6355080"/>
            <a:ext cx="6492300" cy="731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8" name="Google Shape;2808;g3afcfb39b93_0_2625"/>
          <p:cNvSpPr/>
          <p:nvPr/>
        </p:nvSpPr>
        <p:spPr>
          <a:xfrm>
            <a:off x="274320" y="722376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© H-Tus Ltd. CC-BY-SA 4.0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9" name="Google Shape;2809;g3afcfb39b93_0_2625"/>
          <p:cNvSpPr/>
          <p:nvPr/>
        </p:nvSpPr>
        <p:spPr>
          <a:xfrm>
            <a:off x="274326" y="868675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チーム名：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0" name="Google Shape;2810;g3afcfb39b93_0_2625"/>
          <p:cNvSpPr/>
          <p:nvPr/>
        </p:nvSpPr>
        <p:spPr>
          <a:xfrm>
            <a:off x="124551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5" name="Shape 2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6" name="Google Shape;2816;g3afcfb39b93_0_2654"/>
          <p:cNvSpPr/>
          <p:nvPr/>
        </p:nvSpPr>
        <p:spPr>
          <a:xfrm>
            <a:off x="0" y="0"/>
            <a:ext cx="10689300" cy="731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7" name="Google Shape;2817;g3afcfb39b93_0_2654"/>
          <p:cNvSpPr/>
          <p:nvPr/>
        </p:nvSpPr>
        <p:spPr>
          <a:xfrm>
            <a:off x="274320" y="1371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アイデアスケッチ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8" name="Google Shape;2818;g3afcfb39b93_0_2654"/>
          <p:cNvSpPr/>
          <p:nvPr/>
        </p:nvSpPr>
        <p:spPr>
          <a:xfrm>
            <a:off x="7772400" y="22860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4B942"/>
                </a:solidFill>
                <a:latin typeface="Arial"/>
                <a:ea typeface="Arial"/>
                <a:cs typeface="Arial"/>
                <a:sym typeface="Arial"/>
              </a:rPr>
              <a:t>KYOTO PLATEAU HACK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9" name="Google Shape;2819;g3afcfb39b93_0_2654"/>
          <p:cNvSpPr/>
          <p:nvPr/>
        </p:nvSpPr>
        <p:spPr>
          <a:xfrm>
            <a:off x="274320" y="128016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0" name="Google Shape;2820;g3afcfb39b93_0_2654"/>
          <p:cNvSpPr/>
          <p:nvPr/>
        </p:nvSpPr>
        <p:spPr>
          <a:xfrm>
            <a:off x="502920" y="128016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アイデアのヘッドライン（25字以内）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1" name="Google Shape;2821;g3afcfb39b93_0_2654"/>
          <p:cNvSpPr/>
          <p:nvPr/>
        </p:nvSpPr>
        <p:spPr>
          <a:xfrm>
            <a:off x="502920" y="160020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💡 アイデアを端的に表すキャッチコピー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2" name="Google Shape;2822;g3afcfb39b93_0_2654"/>
          <p:cNvSpPr/>
          <p:nvPr/>
        </p:nvSpPr>
        <p:spPr>
          <a:xfrm>
            <a:off x="274320" y="1874520"/>
            <a:ext cx="10149900" cy="5487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3" name="Google Shape;2823;g3afcfb39b93_0_2654"/>
          <p:cNvSpPr/>
          <p:nvPr/>
        </p:nvSpPr>
        <p:spPr>
          <a:xfrm>
            <a:off x="274320" y="2606040"/>
            <a:ext cx="3474600" cy="3201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4" name="Google Shape;2824;g3afcfb39b93_0_2654"/>
          <p:cNvSpPr/>
          <p:nvPr/>
        </p:nvSpPr>
        <p:spPr>
          <a:xfrm>
            <a:off x="274320" y="2606040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Before このアイデアがない世界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5" name="Google Shape;2825;g3afcfb39b93_0_2654"/>
          <p:cNvSpPr/>
          <p:nvPr/>
        </p:nvSpPr>
        <p:spPr>
          <a:xfrm>
            <a:off x="274320" y="2926080"/>
            <a:ext cx="347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ユーザーは何に困っている？何ができない？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6" name="Google Shape;2826;g3afcfb39b93_0_2654"/>
          <p:cNvSpPr/>
          <p:nvPr/>
        </p:nvSpPr>
        <p:spPr>
          <a:xfrm>
            <a:off x="274320" y="3108960"/>
            <a:ext cx="3474600" cy="164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7" name="Google Shape;2827;g3afcfb39b93_0_2654"/>
          <p:cNvSpPr/>
          <p:nvPr/>
        </p:nvSpPr>
        <p:spPr>
          <a:xfrm>
            <a:off x="274320" y="4937760"/>
            <a:ext cx="3474600" cy="320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8" name="Google Shape;2828;g3afcfb39b93_0_2654"/>
          <p:cNvSpPr/>
          <p:nvPr/>
        </p:nvSpPr>
        <p:spPr>
          <a:xfrm>
            <a:off x="274320" y="4937760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After このアイデアがもたらす価値・変化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9" name="Google Shape;2829;g3afcfb39b93_0_2654"/>
          <p:cNvSpPr/>
          <p:nvPr/>
        </p:nvSpPr>
        <p:spPr>
          <a:xfrm>
            <a:off x="274320" y="5257800"/>
            <a:ext cx="347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ユーザーが手に入れる新しい価値は？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0" name="Google Shape;2830;g3afcfb39b93_0_2654"/>
          <p:cNvSpPr/>
          <p:nvPr/>
        </p:nvSpPr>
        <p:spPr>
          <a:xfrm>
            <a:off x="274320" y="5440680"/>
            <a:ext cx="3474600" cy="164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1" name="Google Shape;2831;g3afcfb39b93_0_2654"/>
          <p:cNvSpPr/>
          <p:nvPr/>
        </p:nvSpPr>
        <p:spPr>
          <a:xfrm>
            <a:off x="3931920" y="2606040"/>
            <a:ext cx="6492300" cy="320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2" name="Google Shape;2832;g3afcfb39b93_0_2654"/>
          <p:cNvSpPr/>
          <p:nvPr/>
        </p:nvSpPr>
        <p:spPr>
          <a:xfrm>
            <a:off x="3931920" y="2606040"/>
            <a:ext cx="649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アイデア概要（絵でもOK！）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3" name="Google Shape;2833;g3afcfb39b93_0_2654"/>
          <p:cNvSpPr/>
          <p:nvPr/>
        </p:nvSpPr>
        <p:spPr>
          <a:xfrm>
            <a:off x="3931920" y="2926080"/>
            <a:ext cx="6492300" cy="2834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4" name="Google Shape;2834;g3afcfb39b93_0_2654"/>
          <p:cNvSpPr/>
          <p:nvPr/>
        </p:nvSpPr>
        <p:spPr>
          <a:xfrm>
            <a:off x="3931920" y="5852160"/>
            <a:ext cx="6492300" cy="320100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5" name="Google Shape;2835;g3afcfb39b93_0_2654"/>
          <p:cNvSpPr/>
          <p:nvPr/>
        </p:nvSpPr>
        <p:spPr>
          <a:xfrm>
            <a:off x="3931920" y="5852160"/>
            <a:ext cx="649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どんなデータを使う？どう活かす？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6" name="Google Shape;2836;g3afcfb39b93_0_2654"/>
          <p:cNvSpPr/>
          <p:nvPr/>
        </p:nvSpPr>
        <p:spPr>
          <a:xfrm>
            <a:off x="3931920" y="6172200"/>
            <a:ext cx="6492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PLATEAU 3D都市モデル / オープンデータ / Google Maps API / その他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7" name="Google Shape;2837;g3afcfb39b93_0_2654"/>
          <p:cNvSpPr/>
          <p:nvPr/>
        </p:nvSpPr>
        <p:spPr>
          <a:xfrm>
            <a:off x="3931920" y="6355080"/>
            <a:ext cx="6492300" cy="731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8" name="Google Shape;2838;g3afcfb39b93_0_2654"/>
          <p:cNvSpPr/>
          <p:nvPr/>
        </p:nvSpPr>
        <p:spPr>
          <a:xfrm>
            <a:off x="274320" y="722376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© H-Tus Ltd. CC-BY-SA 4.0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9" name="Google Shape;2839;g3afcfb39b93_0_2654"/>
          <p:cNvSpPr/>
          <p:nvPr/>
        </p:nvSpPr>
        <p:spPr>
          <a:xfrm>
            <a:off x="274326" y="868675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チーム名：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0" name="Google Shape;2840;g3afcfb39b93_0_2654"/>
          <p:cNvSpPr/>
          <p:nvPr/>
        </p:nvSpPr>
        <p:spPr>
          <a:xfrm>
            <a:off x="124551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5" name="Shape 2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" name="Google Shape;2846;g3afcfb39b93_0_2683"/>
          <p:cNvSpPr/>
          <p:nvPr/>
        </p:nvSpPr>
        <p:spPr>
          <a:xfrm>
            <a:off x="0" y="0"/>
            <a:ext cx="10689300" cy="731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7" name="Google Shape;2847;g3afcfb39b93_0_2683"/>
          <p:cNvSpPr/>
          <p:nvPr/>
        </p:nvSpPr>
        <p:spPr>
          <a:xfrm>
            <a:off x="274320" y="1371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アイデアスケッチ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8" name="Google Shape;2848;g3afcfb39b93_0_2683"/>
          <p:cNvSpPr/>
          <p:nvPr/>
        </p:nvSpPr>
        <p:spPr>
          <a:xfrm>
            <a:off x="7772400" y="22860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4B942"/>
                </a:solidFill>
                <a:latin typeface="Arial"/>
                <a:ea typeface="Arial"/>
                <a:cs typeface="Arial"/>
                <a:sym typeface="Arial"/>
              </a:rPr>
              <a:t>KYOTO PLATEAU HACK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9" name="Google Shape;2849;g3afcfb39b93_0_2683"/>
          <p:cNvSpPr/>
          <p:nvPr/>
        </p:nvSpPr>
        <p:spPr>
          <a:xfrm>
            <a:off x="274320" y="128016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0" name="Google Shape;2850;g3afcfb39b93_0_2683"/>
          <p:cNvSpPr/>
          <p:nvPr/>
        </p:nvSpPr>
        <p:spPr>
          <a:xfrm>
            <a:off x="502920" y="128016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アイデアのヘッドライン（25字以内）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1" name="Google Shape;2851;g3afcfb39b93_0_2683"/>
          <p:cNvSpPr/>
          <p:nvPr/>
        </p:nvSpPr>
        <p:spPr>
          <a:xfrm>
            <a:off x="502920" y="160020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💡 アイデアを端的に表すキャッチコピー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2" name="Google Shape;2852;g3afcfb39b93_0_2683"/>
          <p:cNvSpPr/>
          <p:nvPr/>
        </p:nvSpPr>
        <p:spPr>
          <a:xfrm>
            <a:off x="274320" y="1874520"/>
            <a:ext cx="10149900" cy="5487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3" name="Google Shape;2853;g3afcfb39b93_0_2683"/>
          <p:cNvSpPr/>
          <p:nvPr/>
        </p:nvSpPr>
        <p:spPr>
          <a:xfrm>
            <a:off x="274320" y="2606040"/>
            <a:ext cx="3474600" cy="3201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4" name="Google Shape;2854;g3afcfb39b93_0_2683"/>
          <p:cNvSpPr/>
          <p:nvPr/>
        </p:nvSpPr>
        <p:spPr>
          <a:xfrm>
            <a:off x="274320" y="2606040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Before このアイデアがない世界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5" name="Google Shape;2855;g3afcfb39b93_0_2683"/>
          <p:cNvSpPr/>
          <p:nvPr/>
        </p:nvSpPr>
        <p:spPr>
          <a:xfrm>
            <a:off x="274320" y="2926080"/>
            <a:ext cx="347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ユーザーは何に困っている？何ができない？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6" name="Google Shape;2856;g3afcfb39b93_0_2683"/>
          <p:cNvSpPr/>
          <p:nvPr/>
        </p:nvSpPr>
        <p:spPr>
          <a:xfrm>
            <a:off x="274320" y="3108960"/>
            <a:ext cx="3474600" cy="164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7" name="Google Shape;2857;g3afcfb39b93_0_2683"/>
          <p:cNvSpPr/>
          <p:nvPr/>
        </p:nvSpPr>
        <p:spPr>
          <a:xfrm>
            <a:off x="274320" y="4937760"/>
            <a:ext cx="3474600" cy="320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8" name="Google Shape;2858;g3afcfb39b93_0_2683"/>
          <p:cNvSpPr/>
          <p:nvPr/>
        </p:nvSpPr>
        <p:spPr>
          <a:xfrm>
            <a:off x="274320" y="4937760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After このアイデアがもたらす価値・変化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9" name="Google Shape;2859;g3afcfb39b93_0_2683"/>
          <p:cNvSpPr/>
          <p:nvPr/>
        </p:nvSpPr>
        <p:spPr>
          <a:xfrm>
            <a:off x="274320" y="5257800"/>
            <a:ext cx="347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ユーザーが手に入れる新しい価値は？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0" name="Google Shape;2860;g3afcfb39b93_0_2683"/>
          <p:cNvSpPr/>
          <p:nvPr/>
        </p:nvSpPr>
        <p:spPr>
          <a:xfrm>
            <a:off x="274320" y="5440680"/>
            <a:ext cx="3474600" cy="164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1" name="Google Shape;2861;g3afcfb39b93_0_2683"/>
          <p:cNvSpPr/>
          <p:nvPr/>
        </p:nvSpPr>
        <p:spPr>
          <a:xfrm>
            <a:off x="3931920" y="2606040"/>
            <a:ext cx="6492300" cy="320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2" name="Google Shape;2862;g3afcfb39b93_0_2683"/>
          <p:cNvSpPr/>
          <p:nvPr/>
        </p:nvSpPr>
        <p:spPr>
          <a:xfrm>
            <a:off x="3931920" y="2606040"/>
            <a:ext cx="649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アイデア概要（絵でもOK！）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3" name="Google Shape;2863;g3afcfb39b93_0_2683"/>
          <p:cNvSpPr/>
          <p:nvPr/>
        </p:nvSpPr>
        <p:spPr>
          <a:xfrm>
            <a:off x="3931920" y="2926080"/>
            <a:ext cx="6492300" cy="2834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4" name="Google Shape;2864;g3afcfb39b93_0_2683"/>
          <p:cNvSpPr/>
          <p:nvPr/>
        </p:nvSpPr>
        <p:spPr>
          <a:xfrm>
            <a:off x="3931920" y="5852160"/>
            <a:ext cx="6492300" cy="320100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5" name="Google Shape;2865;g3afcfb39b93_0_2683"/>
          <p:cNvSpPr/>
          <p:nvPr/>
        </p:nvSpPr>
        <p:spPr>
          <a:xfrm>
            <a:off x="3931920" y="5852160"/>
            <a:ext cx="649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どんなデータを使う？どう活かす？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6" name="Google Shape;2866;g3afcfb39b93_0_2683"/>
          <p:cNvSpPr/>
          <p:nvPr/>
        </p:nvSpPr>
        <p:spPr>
          <a:xfrm>
            <a:off x="3931920" y="6172200"/>
            <a:ext cx="6492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PLATEAU 3D都市モデル / オープンデータ / Google Maps API / その他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7" name="Google Shape;2867;g3afcfb39b93_0_2683"/>
          <p:cNvSpPr/>
          <p:nvPr/>
        </p:nvSpPr>
        <p:spPr>
          <a:xfrm>
            <a:off x="3931920" y="6355080"/>
            <a:ext cx="6492300" cy="731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8" name="Google Shape;2868;g3afcfb39b93_0_2683"/>
          <p:cNvSpPr/>
          <p:nvPr/>
        </p:nvSpPr>
        <p:spPr>
          <a:xfrm>
            <a:off x="274320" y="722376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© H-Tus Ltd. CC-BY-SA 4.0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9" name="Google Shape;2869;g3afcfb39b93_0_2683"/>
          <p:cNvSpPr/>
          <p:nvPr/>
        </p:nvSpPr>
        <p:spPr>
          <a:xfrm>
            <a:off x="274326" y="868675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チーム名：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0" name="Google Shape;2870;g3afcfb39b93_0_2683"/>
          <p:cNvSpPr/>
          <p:nvPr/>
        </p:nvSpPr>
        <p:spPr>
          <a:xfrm>
            <a:off x="124551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5" name="Shape 2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6" name="Google Shape;2876;g3afcfb39b93_0_2712"/>
          <p:cNvSpPr/>
          <p:nvPr/>
        </p:nvSpPr>
        <p:spPr>
          <a:xfrm>
            <a:off x="0" y="0"/>
            <a:ext cx="10689300" cy="731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7" name="Google Shape;2877;g3afcfb39b93_0_2712"/>
          <p:cNvSpPr/>
          <p:nvPr/>
        </p:nvSpPr>
        <p:spPr>
          <a:xfrm>
            <a:off x="274320" y="1371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アイデアスケッチ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8" name="Google Shape;2878;g3afcfb39b93_0_2712"/>
          <p:cNvSpPr/>
          <p:nvPr/>
        </p:nvSpPr>
        <p:spPr>
          <a:xfrm>
            <a:off x="7772400" y="22860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4B942"/>
                </a:solidFill>
                <a:latin typeface="Arial"/>
                <a:ea typeface="Arial"/>
                <a:cs typeface="Arial"/>
                <a:sym typeface="Arial"/>
              </a:rPr>
              <a:t>KYOTO PLATEAU HACK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9" name="Google Shape;2879;g3afcfb39b93_0_2712"/>
          <p:cNvSpPr/>
          <p:nvPr/>
        </p:nvSpPr>
        <p:spPr>
          <a:xfrm>
            <a:off x="274320" y="128016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0" name="Google Shape;2880;g3afcfb39b93_0_2712"/>
          <p:cNvSpPr/>
          <p:nvPr/>
        </p:nvSpPr>
        <p:spPr>
          <a:xfrm>
            <a:off x="502920" y="128016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アイデアのヘッドライン（25字以内）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1" name="Google Shape;2881;g3afcfb39b93_0_2712"/>
          <p:cNvSpPr/>
          <p:nvPr/>
        </p:nvSpPr>
        <p:spPr>
          <a:xfrm>
            <a:off x="502920" y="160020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💡 アイデアを端的に表すキャッチコピー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2" name="Google Shape;2882;g3afcfb39b93_0_2712"/>
          <p:cNvSpPr/>
          <p:nvPr/>
        </p:nvSpPr>
        <p:spPr>
          <a:xfrm>
            <a:off x="274320" y="1874520"/>
            <a:ext cx="10149900" cy="5487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3" name="Google Shape;2883;g3afcfb39b93_0_2712"/>
          <p:cNvSpPr/>
          <p:nvPr/>
        </p:nvSpPr>
        <p:spPr>
          <a:xfrm>
            <a:off x="274320" y="2606040"/>
            <a:ext cx="3474600" cy="3201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4" name="Google Shape;2884;g3afcfb39b93_0_2712"/>
          <p:cNvSpPr/>
          <p:nvPr/>
        </p:nvSpPr>
        <p:spPr>
          <a:xfrm>
            <a:off x="274320" y="2606040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Before このアイデアがない世界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5" name="Google Shape;2885;g3afcfb39b93_0_2712"/>
          <p:cNvSpPr/>
          <p:nvPr/>
        </p:nvSpPr>
        <p:spPr>
          <a:xfrm>
            <a:off x="274320" y="2926080"/>
            <a:ext cx="347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ユーザーは何に困っている？何ができない？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6" name="Google Shape;2886;g3afcfb39b93_0_2712"/>
          <p:cNvSpPr/>
          <p:nvPr/>
        </p:nvSpPr>
        <p:spPr>
          <a:xfrm>
            <a:off x="274320" y="3108960"/>
            <a:ext cx="3474600" cy="164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7" name="Google Shape;2887;g3afcfb39b93_0_2712"/>
          <p:cNvSpPr/>
          <p:nvPr/>
        </p:nvSpPr>
        <p:spPr>
          <a:xfrm>
            <a:off x="274320" y="4937760"/>
            <a:ext cx="3474600" cy="320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8" name="Google Shape;2888;g3afcfb39b93_0_2712"/>
          <p:cNvSpPr/>
          <p:nvPr/>
        </p:nvSpPr>
        <p:spPr>
          <a:xfrm>
            <a:off x="274320" y="4937760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After このアイデアがもたらす価値・変化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9" name="Google Shape;2889;g3afcfb39b93_0_2712"/>
          <p:cNvSpPr/>
          <p:nvPr/>
        </p:nvSpPr>
        <p:spPr>
          <a:xfrm>
            <a:off x="274320" y="5257800"/>
            <a:ext cx="347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ユーザーが手に入れる新しい価値は？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0" name="Google Shape;2890;g3afcfb39b93_0_2712"/>
          <p:cNvSpPr/>
          <p:nvPr/>
        </p:nvSpPr>
        <p:spPr>
          <a:xfrm>
            <a:off x="274320" y="5440680"/>
            <a:ext cx="3474600" cy="164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1" name="Google Shape;2891;g3afcfb39b93_0_2712"/>
          <p:cNvSpPr/>
          <p:nvPr/>
        </p:nvSpPr>
        <p:spPr>
          <a:xfrm>
            <a:off x="3931920" y="2606040"/>
            <a:ext cx="6492300" cy="320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2" name="Google Shape;2892;g3afcfb39b93_0_2712"/>
          <p:cNvSpPr/>
          <p:nvPr/>
        </p:nvSpPr>
        <p:spPr>
          <a:xfrm>
            <a:off x="3931920" y="2606040"/>
            <a:ext cx="649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アイデア概要（絵でもOK！）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3" name="Google Shape;2893;g3afcfb39b93_0_2712"/>
          <p:cNvSpPr/>
          <p:nvPr/>
        </p:nvSpPr>
        <p:spPr>
          <a:xfrm>
            <a:off x="3931920" y="2926080"/>
            <a:ext cx="6492300" cy="2834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4" name="Google Shape;2894;g3afcfb39b93_0_2712"/>
          <p:cNvSpPr/>
          <p:nvPr/>
        </p:nvSpPr>
        <p:spPr>
          <a:xfrm>
            <a:off x="3931920" y="5852160"/>
            <a:ext cx="6492300" cy="320100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5" name="Google Shape;2895;g3afcfb39b93_0_2712"/>
          <p:cNvSpPr/>
          <p:nvPr/>
        </p:nvSpPr>
        <p:spPr>
          <a:xfrm>
            <a:off x="3931920" y="5852160"/>
            <a:ext cx="649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どんなデータを使う？どう活かす？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6" name="Google Shape;2896;g3afcfb39b93_0_2712"/>
          <p:cNvSpPr/>
          <p:nvPr/>
        </p:nvSpPr>
        <p:spPr>
          <a:xfrm>
            <a:off x="3931920" y="6172200"/>
            <a:ext cx="6492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PLATEAU 3D都市モデル / オープンデータ / Google Maps API / その他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7" name="Google Shape;2897;g3afcfb39b93_0_2712"/>
          <p:cNvSpPr/>
          <p:nvPr/>
        </p:nvSpPr>
        <p:spPr>
          <a:xfrm>
            <a:off x="3931920" y="6355080"/>
            <a:ext cx="6492300" cy="731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8" name="Google Shape;2898;g3afcfb39b93_0_2712"/>
          <p:cNvSpPr/>
          <p:nvPr/>
        </p:nvSpPr>
        <p:spPr>
          <a:xfrm>
            <a:off x="274320" y="722376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© H-Tus Ltd. CC-BY-SA 4.0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9" name="Google Shape;2899;g3afcfb39b93_0_2712"/>
          <p:cNvSpPr/>
          <p:nvPr/>
        </p:nvSpPr>
        <p:spPr>
          <a:xfrm>
            <a:off x="274326" y="868675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チーム名：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0" name="Google Shape;2900;g3afcfb39b93_0_2712"/>
          <p:cNvSpPr/>
          <p:nvPr/>
        </p:nvSpPr>
        <p:spPr>
          <a:xfrm>
            <a:off x="124551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5" name="Shape 2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6" name="Google Shape;2906;g3afcfb39b93_0_2741"/>
          <p:cNvSpPr/>
          <p:nvPr/>
        </p:nvSpPr>
        <p:spPr>
          <a:xfrm>
            <a:off x="0" y="0"/>
            <a:ext cx="10689300" cy="731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7" name="Google Shape;2907;g3afcfb39b93_0_2741"/>
          <p:cNvSpPr/>
          <p:nvPr/>
        </p:nvSpPr>
        <p:spPr>
          <a:xfrm>
            <a:off x="274320" y="1371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アイデアスケッチ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8" name="Google Shape;2908;g3afcfb39b93_0_2741"/>
          <p:cNvSpPr/>
          <p:nvPr/>
        </p:nvSpPr>
        <p:spPr>
          <a:xfrm>
            <a:off x="7772400" y="22860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4B942"/>
                </a:solidFill>
                <a:latin typeface="Arial"/>
                <a:ea typeface="Arial"/>
                <a:cs typeface="Arial"/>
                <a:sym typeface="Arial"/>
              </a:rPr>
              <a:t>KYOTO PLATEAU HACK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9" name="Google Shape;2909;g3afcfb39b93_0_2741"/>
          <p:cNvSpPr/>
          <p:nvPr/>
        </p:nvSpPr>
        <p:spPr>
          <a:xfrm>
            <a:off x="274320" y="128016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0" name="Google Shape;2910;g3afcfb39b93_0_2741"/>
          <p:cNvSpPr/>
          <p:nvPr/>
        </p:nvSpPr>
        <p:spPr>
          <a:xfrm>
            <a:off x="502920" y="128016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アイデアのヘッドライン（25字以内）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1" name="Google Shape;2911;g3afcfb39b93_0_2741"/>
          <p:cNvSpPr/>
          <p:nvPr/>
        </p:nvSpPr>
        <p:spPr>
          <a:xfrm>
            <a:off x="502920" y="160020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💡 アイデアを端的に表すキャッチコピー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2" name="Google Shape;2912;g3afcfb39b93_0_2741"/>
          <p:cNvSpPr/>
          <p:nvPr/>
        </p:nvSpPr>
        <p:spPr>
          <a:xfrm>
            <a:off x="274320" y="1874520"/>
            <a:ext cx="10149900" cy="5487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3" name="Google Shape;2913;g3afcfb39b93_0_2741"/>
          <p:cNvSpPr/>
          <p:nvPr/>
        </p:nvSpPr>
        <p:spPr>
          <a:xfrm>
            <a:off x="274320" y="2606040"/>
            <a:ext cx="3474600" cy="3201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4" name="Google Shape;2914;g3afcfb39b93_0_2741"/>
          <p:cNvSpPr/>
          <p:nvPr/>
        </p:nvSpPr>
        <p:spPr>
          <a:xfrm>
            <a:off x="274320" y="2606040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Before このアイデアがない世界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5" name="Google Shape;2915;g3afcfb39b93_0_2741"/>
          <p:cNvSpPr/>
          <p:nvPr/>
        </p:nvSpPr>
        <p:spPr>
          <a:xfrm>
            <a:off x="274320" y="2926080"/>
            <a:ext cx="347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ユーザーは何に困っている？何ができない？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6" name="Google Shape;2916;g3afcfb39b93_0_2741"/>
          <p:cNvSpPr/>
          <p:nvPr/>
        </p:nvSpPr>
        <p:spPr>
          <a:xfrm>
            <a:off x="274320" y="3108960"/>
            <a:ext cx="3474600" cy="164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7" name="Google Shape;2917;g3afcfb39b93_0_2741"/>
          <p:cNvSpPr/>
          <p:nvPr/>
        </p:nvSpPr>
        <p:spPr>
          <a:xfrm>
            <a:off x="274320" y="4937760"/>
            <a:ext cx="3474600" cy="320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8" name="Google Shape;2918;g3afcfb39b93_0_2741"/>
          <p:cNvSpPr/>
          <p:nvPr/>
        </p:nvSpPr>
        <p:spPr>
          <a:xfrm>
            <a:off x="274320" y="4937760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After このアイデアがもたらす価値・変化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9" name="Google Shape;2919;g3afcfb39b93_0_2741"/>
          <p:cNvSpPr/>
          <p:nvPr/>
        </p:nvSpPr>
        <p:spPr>
          <a:xfrm>
            <a:off x="274320" y="5257800"/>
            <a:ext cx="347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ユーザーが手に入れる新しい価値は？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0" name="Google Shape;2920;g3afcfb39b93_0_2741"/>
          <p:cNvSpPr/>
          <p:nvPr/>
        </p:nvSpPr>
        <p:spPr>
          <a:xfrm>
            <a:off x="274320" y="5440680"/>
            <a:ext cx="3474600" cy="164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1" name="Google Shape;2921;g3afcfb39b93_0_2741"/>
          <p:cNvSpPr/>
          <p:nvPr/>
        </p:nvSpPr>
        <p:spPr>
          <a:xfrm>
            <a:off x="3931920" y="2606040"/>
            <a:ext cx="6492300" cy="320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2" name="Google Shape;2922;g3afcfb39b93_0_2741"/>
          <p:cNvSpPr/>
          <p:nvPr/>
        </p:nvSpPr>
        <p:spPr>
          <a:xfrm>
            <a:off x="3931920" y="2606040"/>
            <a:ext cx="649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アイデア概要（絵でもOK！）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3" name="Google Shape;2923;g3afcfb39b93_0_2741"/>
          <p:cNvSpPr/>
          <p:nvPr/>
        </p:nvSpPr>
        <p:spPr>
          <a:xfrm>
            <a:off x="3931920" y="2926080"/>
            <a:ext cx="6492300" cy="2834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4" name="Google Shape;2924;g3afcfb39b93_0_2741"/>
          <p:cNvSpPr/>
          <p:nvPr/>
        </p:nvSpPr>
        <p:spPr>
          <a:xfrm>
            <a:off x="3931920" y="5852160"/>
            <a:ext cx="6492300" cy="320100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5" name="Google Shape;2925;g3afcfb39b93_0_2741"/>
          <p:cNvSpPr/>
          <p:nvPr/>
        </p:nvSpPr>
        <p:spPr>
          <a:xfrm>
            <a:off x="3931920" y="5852160"/>
            <a:ext cx="649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どんなデータを使う？どう活かす？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6" name="Google Shape;2926;g3afcfb39b93_0_2741"/>
          <p:cNvSpPr/>
          <p:nvPr/>
        </p:nvSpPr>
        <p:spPr>
          <a:xfrm>
            <a:off x="3931920" y="6172200"/>
            <a:ext cx="6492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PLATEAU 3D都市モデル / オープンデータ / Google Maps API / その他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7" name="Google Shape;2927;g3afcfb39b93_0_2741"/>
          <p:cNvSpPr/>
          <p:nvPr/>
        </p:nvSpPr>
        <p:spPr>
          <a:xfrm>
            <a:off x="3931920" y="6355080"/>
            <a:ext cx="6492300" cy="731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8" name="Google Shape;2928;g3afcfb39b93_0_2741"/>
          <p:cNvSpPr/>
          <p:nvPr/>
        </p:nvSpPr>
        <p:spPr>
          <a:xfrm>
            <a:off x="274320" y="722376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© H-Tus Ltd. CC-BY-SA 4.0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9" name="Google Shape;2929;g3afcfb39b93_0_2741"/>
          <p:cNvSpPr/>
          <p:nvPr/>
        </p:nvSpPr>
        <p:spPr>
          <a:xfrm>
            <a:off x="274326" y="868675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チーム名：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0" name="Google Shape;2930;g3afcfb39b93_0_2741"/>
          <p:cNvSpPr/>
          <p:nvPr/>
        </p:nvSpPr>
        <p:spPr>
          <a:xfrm>
            <a:off x="124551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5" name="Shape 2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6" name="Google Shape;2936;g3afcfb39b93_0_2770"/>
          <p:cNvSpPr/>
          <p:nvPr/>
        </p:nvSpPr>
        <p:spPr>
          <a:xfrm>
            <a:off x="0" y="0"/>
            <a:ext cx="10689300" cy="731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7" name="Google Shape;2937;g3afcfb39b93_0_2770"/>
          <p:cNvSpPr/>
          <p:nvPr/>
        </p:nvSpPr>
        <p:spPr>
          <a:xfrm>
            <a:off x="274320" y="1371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アイデアスケッチ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8" name="Google Shape;2938;g3afcfb39b93_0_2770"/>
          <p:cNvSpPr/>
          <p:nvPr/>
        </p:nvSpPr>
        <p:spPr>
          <a:xfrm>
            <a:off x="7772400" y="22860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4B942"/>
                </a:solidFill>
                <a:latin typeface="Arial"/>
                <a:ea typeface="Arial"/>
                <a:cs typeface="Arial"/>
                <a:sym typeface="Arial"/>
              </a:rPr>
              <a:t>KYOTO PLATEAU HACK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9" name="Google Shape;2939;g3afcfb39b93_0_2770"/>
          <p:cNvSpPr/>
          <p:nvPr/>
        </p:nvSpPr>
        <p:spPr>
          <a:xfrm>
            <a:off x="274320" y="128016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0" name="Google Shape;2940;g3afcfb39b93_0_2770"/>
          <p:cNvSpPr/>
          <p:nvPr/>
        </p:nvSpPr>
        <p:spPr>
          <a:xfrm>
            <a:off x="502920" y="128016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アイデアのヘッドライン（25字以内）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1" name="Google Shape;2941;g3afcfb39b93_0_2770"/>
          <p:cNvSpPr/>
          <p:nvPr/>
        </p:nvSpPr>
        <p:spPr>
          <a:xfrm>
            <a:off x="502920" y="160020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💡 アイデアを端的に表すキャッチコピー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2" name="Google Shape;2942;g3afcfb39b93_0_2770"/>
          <p:cNvSpPr/>
          <p:nvPr/>
        </p:nvSpPr>
        <p:spPr>
          <a:xfrm>
            <a:off x="274320" y="1874520"/>
            <a:ext cx="10149900" cy="5487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3" name="Google Shape;2943;g3afcfb39b93_0_2770"/>
          <p:cNvSpPr/>
          <p:nvPr/>
        </p:nvSpPr>
        <p:spPr>
          <a:xfrm>
            <a:off x="274320" y="2606040"/>
            <a:ext cx="3474600" cy="3201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4" name="Google Shape;2944;g3afcfb39b93_0_2770"/>
          <p:cNvSpPr/>
          <p:nvPr/>
        </p:nvSpPr>
        <p:spPr>
          <a:xfrm>
            <a:off x="274320" y="2606040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Before このアイデアがない世界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5" name="Google Shape;2945;g3afcfb39b93_0_2770"/>
          <p:cNvSpPr/>
          <p:nvPr/>
        </p:nvSpPr>
        <p:spPr>
          <a:xfrm>
            <a:off x="274320" y="2926080"/>
            <a:ext cx="347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ユーザーは何に困っている？何ができない？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6" name="Google Shape;2946;g3afcfb39b93_0_2770"/>
          <p:cNvSpPr/>
          <p:nvPr/>
        </p:nvSpPr>
        <p:spPr>
          <a:xfrm>
            <a:off x="274320" y="3108960"/>
            <a:ext cx="3474600" cy="164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7" name="Google Shape;2947;g3afcfb39b93_0_2770"/>
          <p:cNvSpPr/>
          <p:nvPr/>
        </p:nvSpPr>
        <p:spPr>
          <a:xfrm>
            <a:off x="274320" y="4937760"/>
            <a:ext cx="3474600" cy="320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8" name="Google Shape;2948;g3afcfb39b93_0_2770"/>
          <p:cNvSpPr/>
          <p:nvPr/>
        </p:nvSpPr>
        <p:spPr>
          <a:xfrm>
            <a:off x="274320" y="4937760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After このアイデアがもたらす価値・変化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9" name="Google Shape;2949;g3afcfb39b93_0_2770"/>
          <p:cNvSpPr/>
          <p:nvPr/>
        </p:nvSpPr>
        <p:spPr>
          <a:xfrm>
            <a:off x="274320" y="5257800"/>
            <a:ext cx="347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ユーザーが手に入れる新しい価値は？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0" name="Google Shape;2950;g3afcfb39b93_0_2770"/>
          <p:cNvSpPr/>
          <p:nvPr/>
        </p:nvSpPr>
        <p:spPr>
          <a:xfrm>
            <a:off x="274320" y="5440680"/>
            <a:ext cx="3474600" cy="164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1" name="Google Shape;2951;g3afcfb39b93_0_2770"/>
          <p:cNvSpPr/>
          <p:nvPr/>
        </p:nvSpPr>
        <p:spPr>
          <a:xfrm>
            <a:off x="3931920" y="2606040"/>
            <a:ext cx="6492300" cy="320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2" name="Google Shape;2952;g3afcfb39b93_0_2770"/>
          <p:cNvSpPr/>
          <p:nvPr/>
        </p:nvSpPr>
        <p:spPr>
          <a:xfrm>
            <a:off x="3931920" y="2606040"/>
            <a:ext cx="649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アイデア概要（絵でもOK！）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3" name="Google Shape;2953;g3afcfb39b93_0_2770"/>
          <p:cNvSpPr/>
          <p:nvPr/>
        </p:nvSpPr>
        <p:spPr>
          <a:xfrm>
            <a:off x="3931920" y="2926080"/>
            <a:ext cx="6492300" cy="2834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4" name="Google Shape;2954;g3afcfb39b93_0_2770"/>
          <p:cNvSpPr/>
          <p:nvPr/>
        </p:nvSpPr>
        <p:spPr>
          <a:xfrm>
            <a:off x="3931920" y="5852160"/>
            <a:ext cx="6492300" cy="320100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5" name="Google Shape;2955;g3afcfb39b93_0_2770"/>
          <p:cNvSpPr/>
          <p:nvPr/>
        </p:nvSpPr>
        <p:spPr>
          <a:xfrm>
            <a:off x="3931920" y="5852160"/>
            <a:ext cx="649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どんなデータを使う？どう活かす？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6" name="Google Shape;2956;g3afcfb39b93_0_2770"/>
          <p:cNvSpPr/>
          <p:nvPr/>
        </p:nvSpPr>
        <p:spPr>
          <a:xfrm>
            <a:off x="3931920" y="6172200"/>
            <a:ext cx="6492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PLATEAU 3D都市モデル / オープンデータ / Google Maps API / その他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7" name="Google Shape;2957;g3afcfb39b93_0_2770"/>
          <p:cNvSpPr/>
          <p:nvPr/>
        </p:nvSpPr>
        <p:spPr>
          <a:xfrm>
            <a:off x="3931920" y="6355080"/>
            <a:ext cx="6492300" cy="731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8" name="Google Shape;2958;g3afcfb39b93_0_2770"/>
          <p:cNvSpPr/>
          <p:nvPr/>
        </p:nvSpPr>
        <p:spPr>
          <a:xfrm>
            <a:off x="274320" y="722376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© H-Tus Ltd. CC-BY-SA 4.0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9" name="Google Shape;2959;g3afcfb39b93_0_2770"/>
          <p:cNvSpPr/>
          <p:nvPr/>
        </p:nvSpPr>
        <p:spPr>
          <a:xfrm>
            <a:off x="274326" y="868675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チーム名：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0" name="Google Shape;2960;g3afcfb39b93_0_2770"/>
          <p:cNvSpPr/>
          <p:nvPr/>
        </p:nvSpPr>
        <p:spPr>
          <a:xfrm>
            <a:off x="124551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5" name="Shape 2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6" name="Google Shape;2966;g3afcfb39b93_0_2799"/>
          <p:cNvSpPr/>
          <p:nvPr/>
        </p:nvSpPr>
        <p:spPr>
          <a:xfrm>
            <a:off x="0" y="0"/>
            <a:ext cx="10689300" cy="731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7" name="Google Shape;2967;g3afcfb39b93_0_2799"/>
          <p:cNvSpPr/>
          <p:nvPr/>
        </p:nvSpPr>
        <p:spPr>
          <a:xfrm>
            <a:off x="274320" y="1371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アイデアスケッチ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8" name="Google Shape;2968;g3afcfb39b93_0_2799"/>
          <p:cNvSpPr/>
          <p:nvPr/>
        </p:nvSpPr>
        <p:spPr>
          <a:xfrm>
            <a:off x="7772400" y="22860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4B942"/>
                </a:solidFill>
                <a:latin typeface="Arial"/>
                <a:ea typeface="Arial"/>
                <a:cs typeface="Arial"/>
                <a:sym typeface="Arial"/>
              </a:rPr>
              <a:t>KYOTO PLATEAU HACK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9" name="Google Shape;2969;g3afcfb39b93_0_2799"/>
          <p:cNvSpPr/>
          <p:nvPr/>
        </p:nvSpPr>
        <p:spPr>
          <a:xfrm>
            <a:off x="274320" y="128016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0" name="Google Shape;2970;g3afcfb39b93_0_2799"/>
          <p:cNvSpPr/>
          <p:nvPr/>
        </p:nvSpPr>
        <p:spPr>
          <a:xfrm>
            <a:off x="502920" y="128016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アイデアのヘッドライン（25字以内）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1" name="Google Shape;2971;g3afcfb39b93_0_2799"/>
          <p:cNvSpPr/>
          <p:nvPr/>
        </p:nvSpPr>
        <p:spPr>
          <a:xfrm>
            <a:off x="502920" y="160020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💡 アイデアを端的に表すキャッチコピー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2" name="Google Shape;2972;g3afcfb39b93_0_2799"/>
          <p:cNvSpPr/>
          <p:nvPr/>
        </p:nvSpPr>
        <p:spPr>
          <a:xfrm>
            <a:off x="274320" y="1874520"/>
            <a:ext cx="10149900" cy="5487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3" name="Google Shape;2973;g3afcfb39b93_0_2799"/>
          <p:cNvSpPr/>
          <p:nvPr/>
        </p:nvSpPr>
        <p:spPr>
          <a:xfrm>
            <a:off x="274320" y="2606040"/>
            <a:ext cx="3474600" cy="3201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4" name="Google Shape;2974;g3afcfb39b93_0_2799"/>
          <p:cNvSpPr/>
          <p:nvPr/>
        </p:nvSpPr>
        <p:spPr>
          <a:xfrm>
            <a:off x="274320" y="2606040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Before このアイデアがない世界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5" name="Google Shape;2975;g3afcfb39b93_0_2799"/>
          <p:cNvSpPr/>
          <p:nvPr/>
        </p:nvSpPr>
        <p:spPr>
          <a:xfrm>
            <a:off x="274320" y="2926080"/>
            <a:ext cx="347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ユーザーは何に困っている？何ができない？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6" name="Google Shape;2976;g3afcfb39b93_0_2799"/>
          <p:cNvSpPr/>
          <p:nvPr/>
        </p:nvSpPr>
        <p:spPr>
          <a:xfrm>
            <a:off x="274320" y="3108960"/>
            <a:ext cx="3474600" cy="164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7" name="Google Shape;2977;g3afcfb39b93_0_2799"/>
          <p:cNvSpPr/>
          <p:nvPr/>
        </p:nvSpPr>
        <p:spPr>
          <a:xfrm>
            <a:off x="274320" y="4937760"/>
            <a:ext cx="3474600" cy="320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8" name="Google Shape;2978;g3afcfb39b93_0_2799"/>
          <p:cNvSpPr/>
          <p:nvPr/>
        </p:nvSpPr>
        <p:spPr>
          <a:xfrm>
            <a:off x="274320" y="4937760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After このアイデアがもたらす価値・変化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9" name="Google Shape;2979;g3afcfb39b93_0_2799"/>
          <p:cNvSpPr/>
          <p:nvPr/>
        </p:nvSpPr>
        <p:spPr>
          <a:xfrm>
            <a:off x="274320" y="5257800"/>
            <a:ext cx="347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ユーザーが手に入れる新しい価値は？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0" name="Google Shape;2980;g3afcfb39b93_0_2799"/>
          <p:cNvSpPr/>
          <p:nvPr/>
        </p:nvSpPr>
        <p:spPr>
          <a:xfrm>
            <a:off x="274320" y="5440680"/>
            <a:ext cx="3474600" cy="164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1" name="Google Shape;2981;g3afcfb39b93_0_2799"/>
          <p:cNvSpPr/>
          <p:nvPr/>
        </p:nvSpPr>
        <p:spPr>
          <a:xfrm>
            <a:off x="3931920" y="2606040"/>
            <a:ext cx="6492300" cy="320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2" name="Google Shape;2982;g3afcfb39b93_0_2799"/>
          <p:cNvSpPr/>
          <p:nvPr/>
        </p:nvSpPr>
        <p:spPr>
          <a:xfrm>
            <a:off x="3931920" y="2606040"/>
            <a:ext cx="649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アイデア概要（絵でもOK！）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3" name="Google Shape;2983;g3afcfb39b93_0_2799"/>
          <p:cNvSpPr/>
          <p:nvPr/>
        </p:nvSpPr>
        <p:spPr>
          <a:xfrm>
            <a:off x="3931920" y="2926080"/>
            <a:ext cx="6492300" cy="2834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4" name="Google Shape;2984;g3afcfb39b93_0_2799"/>
          <p:cNvSpPr/>
          <p:nvPr/>
        </p:nvSpPr>
        <p:spPr>
          <a:xfrm>
            <a:off x="3931920" y="5852160"/>
            <a:ext cx="6492300" cy="320100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5" name="Google Shape;2985;g3afcfb39b93_0_2799"/>
          <p:cNvSpPr/>
          <p:nvPr/>
        </p:nvSpPr>
        <p:spPr>
          <a:xfrm>
            <a:off x="3931920" y="5852160"/>
            <a:ext cx="649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どんなデータを使う？どう活かす？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6" name="Google Shape;2986;g3afcfb39b93_0_2799"/>
          <p:cNvSpPr/>
          <p:nvPr/>
        </p:nvSpPr>
        <p:spPr>
          <a:xfrm>
            <a:off x="3931920" y="6172200"/>
            <a:ext cx="6492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PLATEAU 3D都市モデル / オープンデータ / Google Maps API / その他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7" name="Google Shape;2987;g3afcfb39b93_0_2799"/>
          <p:cNvSpPr/>
          <p:nvPr/>
        </p:nvSpPr>
        <p:spPr>
          <a:xfrm>
            <a:off x="3931920" y="6355080"/>
            <a:ext cx="6492300" cy="731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8" name="Google Shape;2988;g3afcfb39b93_0_2799"/>
          <p:cNvSpPr/>
          <p:nvPr/>
        </p:nvSpPr>
        <p:spPr>
          <a:xfrm>
            <a:off x="274320" y="722376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© H-Tus Ltd. CC-BY-SA 4.0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9" name="Google Shape;2989;g3afcfb39b93_0_2799"/>
          <p:cNvSpPr/>
          <p:nvPr/>
        </p:nvSpPr>
        <p:spPr>
          <a:xfrm>
            <a:off x="274326" y="868675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チーム名：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0" name="Google Shape;2990;g3afcfb39b93_0_2799"/>
          <p:cNvSpPr/>
          <p:nvPr/>
        </p:nvSpPr>
        <p:spPr>
          <a:xfrm>
            <a:off x="124551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5" name="Shape 2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6" name="Google Shape;2996;g3afcfb39b93_0_2828"/>
          <p:cNvSpPr/>
          <p:nvPr/>
        </p:nvSpPr>
        <p:spPr>
          <a:xfrm>
            <a:off x="0" y="0"/>
            <a:ext cx="10689300" cy="731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7" name="Google Shape;2997;g3afcfb39b93_0_2828"/>
          <p:cNvSpPr/>
          <p:nvPr/>
        </p:nvSpPr>
        <p:spPr>
          <a:xfrm>
            <a:off x="274320" y="1371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アイデアスケッチ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8" name="Google Shape;2998;g3afcfb39b93_0_2828"/>
          <p:cNvSpPr/>
          <p:nvPr/>
        </p:nvSpPr>
        <p:spPr>
          <a:xfrm>
            <a:off x="7772400" y="22860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4B942"/>
                </a:solidFill>
                <a:latin typeface="Arial"/>
                <a:ea typeface="Arial"/>
                <a:cs typeface="Arial"/>
                <a:sym typeface="Arial"/>
              </a:rPr>
              <a:t>KYOTO PLATEAU HACK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9" name="Google Shape;2999;g3afcfb39b93_0_2828"/>
          <p:cNvSpPr/>
          <p:nvPr/>
        </p:nvSpPr>
        <p:spPr>
          <a:xfrm>
            <a:off x="274320" y="128016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0" name="Google Shape;3000;g3afcfb39b93_0_2828"/>
          <p:cNvSpPr/>
          <p:nvPr/>
        </p:nvSpPr>
        <p:spPr>
          <a:xfrm>
            <a:off x="502920" y="128016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アイデアのヘッドライン（25字以内）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1" name="Google Shape;3001;g3afcfb39b93_0_2828"/>
          <p:cNvSpPr/>
          <p:nvPr/>
        </p:nvSpPr>
        <p:spPr>
          <a:xfrm>
            <a:off x="502920" y="160020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💡 アイデアを端的に表すキャッチコピー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2" name="Google Shape;3002;g3afcfb39b93_0_2828"/>
          <p:cNvSpPr/>
          <p:nvPr/>
        </p:nvSpPr>
        <p:spPr>
          <a:xfrm>
            <a:off x="274320" y="1874520"/>
            <a:ext cx="10149900" cy="5487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3" name="Google Shape;3003;g3afcfb39b93_0_2828"/>
          <p:cNvSpPr/>
          <p:nvPr/>
        </p:nvSpPr>
        <p:spPr>
          <a:xfrm>
            <a:off x="274320" y="2606040"/>
            <a:ext cx="3474600" cy="3201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4" name="Google Shape;3004;g3afcfb39b93_0_2828"/>
          <p:cNvSpPr/>
          <p:nvPr/>
        </p:nvSpPr>
        <p:spPr>
          <a:xfrm>
            <a:off x="274320" y="2606040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Before このアイデアがない世界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5" name="Google Shape;3005;g3afcfb39b93_0_2828"/>
          <p:cNvSpPr/>
          <p:nvPr/>
        </p:nvSpPr>
        <p:spPr>
          <a:xfrm>
            <a:off x="274320" y="2926080"/>
            <a:ext cx="347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ユーザーは何に困っている？何ができない？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6" name="Google Shape;3006;g3afcfb39b93_0_2828"/>
          <p:cNvSpPr/>
          <p:nvPr/>
        </p:nvSpPr>
        <p:spPr>
          <a:xfrm>
            <a:off x="274320" y="3108960"/>
            <a:ext cx="3474600" cy="164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7" name="Google Shape;3007;g3afcfb39b93_0_2828"/>
          <p:cNvSpPr/>
          <p:nvPr/>
        </p:nvSpPr>
        <p:spPr>
          <a:xfrm>
            <a:off x="274320" y="4937760"/>
            <a:ext cx="3474600" cy="320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8" name="Google Shape;3008;g3afcfb39b93_0_2828"/>
          <p:cNvSpPr/>
          <p:nvPr/>
        </p:nvSpPr>
        <p:spPr>
          <a:xfrm>
            <a:off x="274320" y="4937760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After このアイデアがもたらす価値・変化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9" name="Google Shape;3009;g3afcfb39b93_0_2828"/>
          <p:cNvSpPr/>
          <p:nvPr/>
        </p:nvSpPr>
        <p:spPr>
          <a:xfrm>
            <a:off x="274320" y="5257800"/>
            <a:ext cx="347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ユーザーが手に入れる新しい価値は？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0" name="Google Shape;3010;g3afcfb39b93_0_2828"/>
          <p:cNvSpPr/>
          <p:nvPr/>
        </p:nvSpPr>
        <p:spPr>
          <a:xfrm>
            <a:off x="274320" y="5440680"/>
            <a:ext cx="3474600" cy="164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1" name="Google Shape;3011;g3afcfb39b93_0_2828"/>
          <p:cNvSpPr/>
          <p:nvPr/>
        </p:nvSpPr>
        <p:spPr>
          <a:xfrm>
            <a:off x="3931920" y="2606040"/>
            <a:ext cx="6492300" cy="320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2" name="Google Shape;3012;g3afcfb39b93_0_2828"/>
          <p:cNvSpPr/>
          <p:nvPr/>
        </p:nvSpPr>
        <p:spPr>
          <a:xfrm>
            <a:off x="3931920" y="2606040"/>
            <a:ext cx="649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アイデア概要（絵でもOK！）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3" name="Google Shape;3013;g3afcfb39b93_0_2828"/>
          <p:cNvSpPr/>
          <p:nvPr/>
        </p:nvSpPr>
        <p:spPr>
          <a:xfrm>
            <a:off x="3931920" y="2926080"/>
            <a:ext cx="6492300" cy="2834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4" name="Google Shape;3014;g3afcfb39b93_0_2828"/>
          <p:cNvSpPr/>
          <p:nvPr/>
        </p:nvSpPr>
        <p:spPr>
          <a:xfrm>
            <a:off x="3931920" y="5852160"/>
            <a:ext cx="6492300" cy="320100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5" name="Google Shape;3015;g3afcfb39b93_0_2828"/>
          <p:cNvSpPr/>
          <p:nvPr/>
        </p:nvSpPr>
        <p:spPr>
          <a:xfrm>
            <a:off x="3931920" y="5852160"/>
            <a:ext cx="649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どんなデータを使う？どう活かす？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6" name="Google Shape;3016;g3afcfb39b93_0_2828"/>
          <p:cNvSpPr/>
          <p:nvPr/>
        </p:nvSpPr>
        <p:spPr>
          <a:xfrm>
            <a:off x="3931920" y="6172200"/>
            <a:ext cx="6492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PLATEAU 3D都市モデル / オープンデータ / Google Maps API / その他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7" name="Google Shape;3017;g3afcfb39b93_0_2828"/>
          <p:cNvSpPr/>
          <p:nvPr/>
        </p:nvSpPr>
        <p:spPr>
          <a:xfrm>
            <a:off x="3931920" y="6355080"/>
            <a:ext cx="6492300" cy="731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8" name="Google Shape;3018;g3afcfb39b93_0_2828"/>
          <p:cNvSpPr/>
          <p:nvPr/>
        </p:nvSpPr>
        <p:spPr>
          <a:xfrm>
            <a:off x="274320" y="722376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© H-Tus Ltd. CC-BY-SA 4.0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9" name="Google Shape;3019;g3afcfb39b93_0_2828"/>
          <p:cNvSpPr/>
          <p:nvPr/>
        </p:nvSpPr>
        <p:spPr>
          <a:xfrm>
            <a:off x="274326" y="868675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チーム名：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0" name="Google Shape;3020;g3afcfb39b93_0_2828"/>
          <p:cNvSpPr/>
          <p:nvPr/>
        </p:nvSpPr>
        <p:spPr>
          <a:xfrm>
            <a:off x="124551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5" name="Shape 3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6" name="Google Shape;3026;g3afcfb39b93_0_2857"/>
          <p:cNvSpPr/>
          <p:nvPr/>
        </p:nvSpPr>
        <p:spPr>
          <a:xfrm>
            <a:off x="0" y="0"/>
            <a:ext cx="10689300" cy="731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7" name="Google Shape;3027;g3afcfb39b93_0_2857"/>
          <p:cNvSpPr/>
          <p:nvPr/>
        </p:nvSpPr>
        <p:spPr>
          <a:xfrm>
            <a:off x="274320" y="1371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アイデアスケッチ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8" name="Google Shape;3028;g3afcfb39b93_0_2857"/>
          <p:cNvSpPr/>
          <p:nvPr/>
        </p:nvSpPr>
        <p:spPr>
          <a:xfrm>
            <a:off x="7772400" y="22860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4B942"/>
                </a:solidFill>
                <a:latin typeface="Arial"/>
                <a:ea typeface="Arial"/>
                <a:cs typeface="Arial"/>
                <a:sym typeface="Arial"/>
              </a:rPr>
              <a:t>KYOTO PLATEAU HACK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9" name="Google Shape;3029;g3afcfb39b93_0_2857"/>
          <p:cNvSpPr/>
          <p:nvPr/>
        </p:nvSpPr>
        <p:spPr>
          <a:xfrm>
            <a:off x="274320" y="128016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0" name="Google Shape;3030;g3afcfb39b93_0_2857"/>
          <p:cNvSpPr/>
          <p:nvPr/>
        </p:nvSpPr>
        <p:spPr>
          <a:xfrm>
            <a:off x="502920" y="128016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アイデアのヘッドライン（25字以内）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1" name="Google Shape;3031;g3afcfb39b93_0_2857"/>
          <p:cNvSpPr/>
          <p:nvPr/>
        </p:nvSpPr>
        <p:spPr>
          <a:xfrm>
            <a:off x="502920" y="160020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💡 アイデアを端的に表すキャッチコピー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2" name="Google Shape;3032;g3afcfb39b93_0_2857"/>
          <p:cNvSpPr/>
          <p:nvPr/>
        </p:nvSpPr>
        <p:spPr>
          <a:xfrm>
            <a:off x="274320" y="1874520"/>
            <a:ext cx="10149900" cy="5487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3" name="Google Shape;3033;g3afcfb39b93_0_2857"/>
          <p:cNvSpPr/>
          <p:nvPr/>
        </p:nvSpPr>
        <p:spPr>
          <a:xfrm>
            <a:off x="274320" y="2606040"/>
            <a:ext cx="3474600" cy="3201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4" name="Google Shape;3034;g3afcfb39b93_0_2857"/>
          <p:cNvSpPr/>
          <p:nvPr/>
        </p:nvSpPr>
        <p:spPr>
          <a:xfrm>
            <a:off x="274320" y="2606040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Before このアイデアがない世界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5" name="Google Shape;3035;g3afcfb39b93_0_2857"/>
          <p:cNvSpPr/>
          <p:nvPr/>
        </p:nvSpPr>
        <p:spPr>
          <a:xfrm>
            <a:off x="274320" y="2926080"/>
            <a:ext cx="347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ユーザーは何に困っている？何ができない？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6" name="Google Shape;3036;g3afcfb39b93_0_2857"/>
          <p:cNvSpPr/>
          <p:nvPr/>
        </p:nvSpPr>
        <p:spPr>
          <a:xfrm>
            <a:off x="274320" y="3108960"/>
            <a:ext cx="3474600" cy="164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7" name="Google Shape;3037;g3afcfb39b93_0_2857"/>
          <p:cNvSpPr/>
          <p:nvPr/>
        </p:nvSpPr>
        <p:spPr>
          <a:xfrm>
            <a:off x="274320" y="4937760"/>
            <a:ext cx="3474600" cy="320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8" name="Google Shape;3038;g3afcfb39b93_0_2857"/>
          <p:cNvSpPr/>
          <p:nvPr/>
        </p:nvSpPr>
        <p:spPr>
          <a:xfrm>
            <a:off x="274320" y="4937760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After このアイデアがもたらす価値・変化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9" name="Google Shape;3039;g3afcfb39b93_0_2857"/>
          <p:cNvSpPr/>
          <p:nvPr/>
        </p:nvSpPr>
        <p:spPr>
          <a:xfrm>
            <a:off x="274320" y="5257800"/>
            <a:ext cx="347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ユーザーが手に入れる新しい価値は？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0" name="Google Shape;3040;g3afcfb39b93_0_2857"/>
          <p:cNvSpPr/>
          <p:nvPr/>
        </p:nvSpPr>
        <p:spPr>
          <a:xfrm>
            <a:off x="274320" y="5440680"/>
            <a:ext cx="3474600" cy="164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1" name="Google Shape;3041;g3afcfb39b93_0_2857"/>
          <p:cNvSpPr/>
          <p:nvPr/>
        </p:nvSpPr>
        <p:spPr>
          <a:xfrm>
            <a:off x="3931920" y="2606040"/>
            <a:ext cx="6492300" cy="320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2" name="Google Shape;3042;g3afcfb39b93_0_2857"/>
          <p:cNvSpPr/>
          <p:nvPr/>
        </p:nvSpPr>
        <p:spPr>
          <a:xfrm>
            <a:off x="3931920" y="2606040"/>
            <a:ext cx="649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アイデア概要（絵でもOK！）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3" name="Google Shape;3043;g3afcfb39b93_0_2857"/>
          <p:cNvSpPr/>
          <p:nvPr/>
        </p:nvSpPr>
        <p:spPr>
          <a:xfrm>
            <a:off x="3931920" y="2926080"/>
            <a:ext cx="6492300" cy="2834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4" name="Google Shape;3044;g3afcfb39b93_0_2857"/>
          <p:cNvSpPr/>
          <p:nvPr/>
        </p:nvSpPr>
        <p:spPr>
          <a:xfrm>
            <a:off x="3931920" y="5852160"/>
            <a:ext cx="6492300" cy="320100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5" name="Google Shape;3045;g3afcfb39b93_0_2857"/>
          <p:cNvSpPr/>
          <p:nvPr/>
        </p:nvSpPr>
        <p:spPr>
          <a:xfrm>
            <a:off x="3931920" y="5852160"/>
            <a:ext cx="649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どんなデータを使う？どう活かす？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6" name="Google Shape;3046;g3afcfb39b93_0_2857"/>
          <p:cNvSpPr/>
          <p:nvPr/>
        </p:nvSpPr>
        <p:spPr>
          <a:xfrm>
            <a:off x="3931920" y="6172200"/>
            <a:ext cx="6492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PLATEAU 3D都市モデル / オープンデータ / Google Maps API / その他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7" name="Google Shape;3047;g3afcfb39b93_0_2857"/>
          <p:cNvSpPr/>
          <p:nvPr/>
        </p:nvSpPr>
        <p:spPr>
          <a:xfrm>
            <a:off x="3931920" y="6355080"/>
            <a:ext cx="6492300" cy="731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8" name="Google Shape;3048;g3afcfb39b93_0_2857"/>
          <p:cNvSpPr/>
          <p:nvPr/>
        </p:nvSpPr>
        <p:spPr>
          <a:xfrm>
            <a:off x="274320" y="722376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© H-Tus Ltd. CC-BY-SA 4.0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9" name="Google Shape;3049;g3afcfb39b93_0_2857"/>
          <p:cNvSpPr/>
          <p:nvPr/>
        </p:nvSpPr>
        <p:spPr>
          <a:xfrm>
            <a:off x="274326" y="868675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チーム名：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0" name="Google Shape;3050;g3afcfb39b93_0_2857"/>
          <p:cNvSpPr/>
          <p:nvPr/>
        </p:nvSpPr>
        <p:spPr>
          <a:xfrm>
            <a:off x="124551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5" name="Shape 3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6" name="Google Shape;3056;g3afcfb39b93_0_2886"/>
          <p:cNvSpPr/>
          <p:nvPr/>
        </p:nvSpPr>
        <p:spPr>
          <a:xfrm>
            <a:off x="0" y="0"/>
            <a:ext cx="10689300" cy="731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7" name="Google Shape;3057;g3afcfb39b93_0_2886"/>
          <p:cNvSpPr/>
          <p:nvPr/>
        </p:nvSpPr>
        <p:spPr>
          <a:xfrm>
            <a:off x="274320" y="1371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アイデアスケッチ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8" name="Google Shape;3058;g3afcfb39b93_0_2886"/>
          <p:cNvSpPr/>
          <p:nvPr/>
        </p:nvSpPr>
        <p:spPr>
          <a:xfrm>
            <a:off x="7772400" y="22860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4B942"/>
                </a:solidFill>
                <a:latin typeface="Arial"/>
                <a:ea typeface="Arial"/>
                <a:cs typeface="Arial"/>
                <a:sym typeface="Arial"/>
              </a:rPr>
              <a:t>KYOTO PLATEAU HACK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9" name="Google Shape;3059;g3afcfb39b93_0_2886"/>
          <p:cNvSpPr/>
          <p:nvPr/>
        </p:nvSpPr>
        <p:spPr>
          <a:xfrm>
            <a:off x="274320" y="128016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0" name="Google Shape;3060;g3afcfb39b93_0_2886"/>
          <p:cNvSpPr/>
          <p:nvPr/>
        </p:nvSpPr>
        <p:spPr>
          <a:xfrm>
            <a:off x="502920" y="128016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アイデアのヘッドライン（25字以内）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1" name="Google Shape;3061;g3afcfb39b93_0_2886"/>
          <p:cNvSpPr/>
          <p:nvPr/>
        </p:nvSpPr>
        <p:spPr>
          <a:xfrm>
            <a:off x="502920" y="160020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💡 アイデアを端的に表すキャッチコピー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2" name="Google Shape;3062;g3afcfb39b93_0_2886"/>
          <p:cNvSpPr/>
          <p:nvPr/>
        </p:nvSpPr>
        <p:spPr>
          <a:xfrm>
            <a:off x="274320" y="1874520"/>
            <a:ext cx="10149900" cy="5487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3" name="Google Shape;3063;g3afcfb39b93_0_2886"/>
          <p:cNvSpPr/>
          <p:nvPr/>
        </p:nvSpPr>
        <p:spPr>
          <a:xfrm>
            <a:off x="274320" y="2606040"/>
            <a:ext cx="3474600" cy="3201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4" name="Google Shape;3064;g3afcfb39b93_0_2886"/>
          <p:cNvSpPr/>
          <p:nvPr/>
        </p:nvSpPr>
        <p:spPr>
          <a:xfrm>
            <a:off x="274320" y="2606040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Before このアイデアがない世界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5" name="Google Shape;3065;g3afcfb39b93_0_2886"/>
          <p:cNvSpPr/>
          <p:nvPr/>
        </p:nvSpPr>
        <p:spPr>
          <a:xfrm>
            <a:off x="274320" y="2926080"/>
            <a:ext cx="347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ユーザーは何に困っている？何ができない？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6" name="Google Shape;3066;g3afcfb39b93_0_2886"/>
          <p:cNvSpPr/>
          <p:nvPr/>
        </p:nvSpPr>
        <p:spPr>
          <a:xfrm>
            <a:off x="274320" y="3108960"/>
            <a:ext cx="3474600" cy="164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7" name="Google Shape;3067;g3afcfb39b93_0_2886"/>
          <p:cNvSpPr/>
          <p:nvPr/>
        </p:nvSpPr>
        <p:spPr>
          <a:xfrm>
            <a:off x="274320" y="4937760"/>
            <a:ext cx="3474600" cy="320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8" name="Google Shape;3068;g3afcfb39b93_0_2886"/>
          <p:cNvSpPr/>
          <p:nvPr/>
        </p:nvSpPr>
        <p:spPr>
          <a:xfrm>
            <a:off x="274320" y="4937760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After このアイデアがもたらす価値・変化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9" name="Google Shape;3069;g3afcfb39b93_0_2886"/>
          <p:cNvSpPr/>
          <p:nvPr/>
        </p:nvSpPr>
        <p:spPr>
          <a:xfrm>
            <a:off x="274320" y="5257800"/>
            <a:ext cx="347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ユーザーが手に入れる新しい価値は？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0" name="Google Shape;3070;g3afcfb39b93_0_2886"/>
          <p:cNvSpPr/>
          <p:nvPr/>
        </p:nvSpPr>
        <p:spPr>
          <a:xfrm>
            <a:off x="274320" y="5440680"/>
            <a:ext cx="3474600" cy="164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1" name="Google Shape;3071;g3afcfb39b93_0_2886"/>
          <p:cNvSpPr/>
          <p:nvPr/>
        </p:nvSpPr>
        <p:spPr>
          <a:xfrm>
            <a:off x="3931920" y="2606040"/>
            <a:ext cx="6492300" cy="320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2" name="Google Shape;3072;g3afcfb39b93_0_2886"/>
          <p:cNvSpPr/>
          <p:nvPr/>
        </p:nvSpPr>
        <p:spPr>
          <a:xfrm>
            <a:off x="3931920" y="2606040"/>
            <a:ext cx="649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アイデア概要（絵でもOK！）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3" name="Google Shape;3073;g3afcfb39b93_0_2886"/>
          <p:cNvSpPr/>
          <p:nvPr/>
        </p:nvSpPr>
        <p:spPr>
          <a:xfrm>
            <a:off x="3931920" y="2926080"/>
            <a:ext cx="6492300" cy="2834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4" name="Google Shape;3074;g3afcfb39b93_0_2886"/>
          <p:cNvSpPr/>
          <p:nvPr/>
        </p:nvSpPr>
        <p:spPr>
          <a:xfrm>
            <a:off x="3931920" y="5852160"/>
            <a:ext cx="6492300" cy="320100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5" name="Google Shape;3075;g3afcfb39b93_0_2886"/>
          <p:cNvSpPr/>
          <p:nvPr/>
        </p:nvSpPr>
        <p:spPr>
          <a:xfrm>
            <a:off x="3931920" y="5852160"/>
            <a:ext cx="649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どんなデータを使う？どう活かす？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6" name="Google Shape;3076;g3afcfb39b93_0_2886"/>
          <p:cNvSpPr/>
          <p:nvPr/>
        </p:nvSpPr>
        <p:spPr>
          <a:xfrm>
            <a:off x="3931920" y="6172200"/>
            <a:ext cx="6492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PLATEAU 3D都市モデル / オープンデータ / Google Maps API / その他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7" name="Google Shape;3077;g3afcfb39b93_0_2886"/>
          <p:cNvSpPr/>
          <p:nvPr/>
        </p:nvSpPr>
        <p:spPr>
          <a:xfrm>
            <a:off x="3931920" y="6355080"/>
            <a:ext cx="6492300" cy="731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8" name="Google Shape;3078;g3afcfb39b93_0_2886"/>
          <p:cNvSpPr/>
          <p:nvPr/>
        </p:nvSpPr>
        <p:spPr>
          <a:xfrm>
            <a:off x="274320" y="722376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© H-Tus Ltd. CC-BY-SA 4.0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9" name="Google Shape;3079;g3afcfb39b93_0_2886"/>
          <p:cNvSpPr/>
          <p:nvPr/>
        </p:nvSpPr>
        <p:spPr>
          <a:xfrm>
            <a:off x="274326" y="868675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チーム名：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0" name="Google Shape;3080;g3afcfb39b93_0_2886"/>
          <p:cNvSpPr/>
          <p:nvPr/>
        </p:nvSpPr>
        <p:spPr>
          <a:xfrm>
            <a:off x="124551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5" name="Shape 3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6" name="Google Shape;3086;g3afcfb39b93_0_2915"/>
          <p:cNvSpPr/>
          <p:nvPr/>
        </p:nvSpPr>
        <p:spPr>
          <a:xfrm>
            <a:off x="0" y="0"/>
            <a:ext cx="10689300" cy="731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7" name="Google Shape;3087;g3afcfb39b93_0_2915"/>
          <p:cNvSpPr/>
          <p:nvPr/>
        </p:nvSpPr>
        <p:spPr>
          <a:xfrm>
            <a:off x="274320" y="1371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アイデアスケッチ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8" name="Google Shape;3088;g3afcfb39b93_0_2915"/>
          <p:cNvSpPr/>
          <p:nvPr/>
        </p:nvSpPr>
        <p:spPr>
          <a:xfrm>
            <a:off x="7772400" y="22860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4B942"/>
                </a:solidFill>
                <a:latin typeface="Arial"/>
                <a:ea typeface="Arial"/>
                <a:cs typeface="Arial"/>
                <a:sym typeface="Arial"/>
              </a:rPr>
              <a:t>KYOTO PLATEAU HACK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9" name="Google Shape;3089;g3afcfb39b93_0_2915"/>
          <p:cNvSpPr/>
          <p:nvPr/>
        </p:nvSpPr>
        <p:spPr>
          <a:xfrm>
            <a:off x="274320" y="128016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0" name="Google Shape;3090;g3afcfb39b93_0_2915"/>
          <p:cNvSpPr/>
          <p:nvPr/>
        </p:nvSpPr>
        <p:spPr>
          <a:xfrm>
            <a:off x="502920" y="128016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アイデアのヘッドライン（25字以内）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1" name="Google Shape;3091;g3afcfb39b93_0_2915"/>
          <p:cNvSpPr/>
          <p:nvPr/>
        </p:nvSpPr>
        <p:spPr>
          <a:xfrm>
            <a:off x="502920" y="160020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💡 アイデアを端的に表すキャッチコピー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2" name="Google Shape;3092;g3afcfb39b93_0_2915"/>
          <p:cNvSpPr/>
          <p:nvPr/>
        </p:nvSpPr>
        <p:spPr>
          <a:xfrm>
            <a:off x="274320" y="1874520"/>
            <a:ext cx="10149900" cy="5487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3" name="Google Shape;3093;g3afcfb39b93_0_2915"/>
          <p:cNvSpPr/>
          <p:nvPr/>
        </p:nvSpPr>
        <p:spPr>
          <a:xfrm>
            <a:off x="274320" y="2606040"/>
            <a:ext cx="3474600" cy="3201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4" name="Google Shape;3094;g3afcfb39b93_0_2915"/>
          <p:cNvSpPr/>
          <p:nvPr/>
        </p:nvSpPr>
        <p:spPr>
          <a:xfrm>
            <a:off x="274320" y="2606040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Before このアイデアがない世界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5" name="Google Shape;3095;g3afcfb39b93_0_2915"/>
          <p:cNvSpPr/>
          <p:nvPr/>
        </p:nvSpPr>
        <p:spPr>
          <a:xfrm>
            <a:off x="274320" y="2926080"/>
            <a:ext cx="347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ユーザーは何に困っている？何ができない？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6" name="Google Shape;3096;g3afcfb39b93_0_2915"/>
          <p:cNvSpPr/>
          <p:nvPr/>
        </p:nvSpPr>
        <p:spPr>
          <a:xfrm>
            <a:off x="274320" y="3108960"/>
            <a:ext cx="3474600" cy="164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7" name="Google Shape;3097;g3afcfb39b93_0_2915"/>
          <p:cNvSpPr/>
          <p:nvPr/>
        </p:nvSpPr>
        <p:spPr>
          <a:xfrm>
            <a:off x="274320" y="4937760"/>
            <a:ext cx="3474600" cy="320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8" name="Google Shape;3098;g3afcfb39b93_0_2915"/>
          <p:cNvSpPr/>
          <p:nvPr/>
        </p:nvSpPr>
        <p:spPr>
          <a:xfrm>
            <a:off x="274320" y="4937760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After このアイデアがもたらす価値・変化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9" name="Google Shape;3099;g3afcfb39b93_0_2915"/>
          <p:cNvSpPr/>
          <p:nvPr/>
        </p:nvSpPr>
        <p:spPr>
          <a:xfrm>
            <a:off x="274320" y="5257800"/>
            <a:ext cx="347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ユーザーが手に入れる新しい価値は？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0" name="Google Shape;3100;g3afcfb39b93_0_2915"/>
          <p:cNvSpPr/>
          <p:nvPr/>
        </p:nvSpPr>
        <p:spPr>
          <a:xfrm>
            <a:off x="274320" y="5440680"/>
            <a:ext cx="3474600" cy="164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1" name="Google Shape;3101;g3afcfb39b93_0_2915"/>
          <p:cNvSpPr/>
          <p:nvPr/>
        </p:nvSpPr>
        <p:spPr>
          <a:xfrm>
            <a:off x="3931920" y="2606040"/>
            <a:ext cx="6492300" cy="320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2" name="Google Shape;3102;g3afcfb39b93_0_2915"/>
          <p:cNvSpPr/>
          <p:nvPr/>
        </p:nvSpPr>
        <p:spPr>
          <a:xfrm>
            <a:off x="3931920" y="2606040"/>
            <a:ext cx="649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アイデア概要（絵でもOK！）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3" name="Google Shape;3103;g3afcfb39b93_0_2915"/>
          <p:cNvSpPr/>
          <p:nvPr/>
        </p:nvSpPr>
        <p:spPr>
          <a:xfrm>
            <a:off x="3931920" y="2926080"/>
            <a:ext cx="6492300" cy="2834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4" name="Google Shape;3104;g3afcfb39b93_0_2915"/>
          <p:cNvSpPr/>
          <p:nvPr/>
        </p:nvSpPr>
        <p:spPr>
          <a:xfrm>
            <a:off x="3931920" y="5852160"/>
            <a:ext cx="6492300" cy="320100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5" name="Google Shape;3105;g3afcfb39b93_0_2915"/>
          <p:cNvSpPr/>
          <p:nvPr/>
        </p:nvSpPr>
        <p:spPr>
          <a:xfrm>
            <a:off x="3931920" y="5852160"/>
            <a:ext cx="649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どんなデータを使う？どう活かす？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6" name="Google Shape;3106;g3afcfb39b93_0_2915"/>
          <p:cNvSpPr/>
          <p:nvPr/>
        </p:nvSpPr>
        <p:spPr>
          <a:xfrm>
            <a:off x="3931920" y="6172200"/>
            <a:ext cx="6492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PLATEAU 3D都市モデル / オープンデータ / Google Maps API / その他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7" name="Google Shape;3107;g3afcfb39b93_0_2915"/>
          <p:cNvSpPr/>
          <p:nvPr/>
        </p:nvSpPr>
        <p:spPr>
          <a:xfrm>
            <a:off x="3931920" y="6355080"/>
            <a:ext cx="6492300" cy="731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8" name="Google Shape;3108;g3afcfb39b93_0_2915"/>
          <p:cNvSpPr/>
          <p:nvPr/>
        </p:nvSpPr>
        <p:spPr>
          <a:xfrm>
            <a:off x="274320" y="722376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© H-Tus Ltd. CC-BY-SA 4.0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9" name="Google Shape;3109;g3afcfb39b93_0_2915"/>
          <p:cNvSpPr/>
          <p:nvPr/>
        </p:nvSpPr>
        <p:spPr>
          <a:xfrm>
            <a:off x="274326" y="868675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チーム名：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0" name="Google Shape;3110;g3afcfb39b93_0_2915"/>
          <p:cNvSpPr/>
          <p:nvPr/>
        </p:nvSpPr>
        <p:spPr>
          <a:xfrm>
            <a:off x="124551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5" name="Shape 3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6" name="Google Shape;3116;g3afcfb39b93_0_2944"/>
          <p:cNvSpPr/>
          <p:nvPr/>
        </p:nvSpPr>
        <p:spPr>
          <a:xfrm>
            <a:off x="0" y="0"/>
            <a:ext cx="10689300" cy="731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7" name="Google Shape;3117;g3afcfb39b93_0_2944"/>
          <p:cNvSpPr/>
          <p:nvPr/>
        </p:nvSpPr>
        <p:spPr>
          <a:xfrm>
            <a:off x="274320" y="1371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アイデアスケッチ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8" name="Google Shape;3118;g3afcfb39b93_0_2944"/>
          <p:cNvSpPr/>
          <p:nvPr/>
        </p:nvSpPr>
        <p:spPr>
          <a:xfrm>
            <a:off x="7772400" y="22860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4B942"/>
                </a:solidFill>
                <a:latin typeface="Arial"/>
                <a:ea typeface="Arial"/>
                <a:cs typeface="Arial"/>
                <a:sym typeface="Arial"/>
              </a:rPr>
              <a:t>KYOTO PLATEAU HACK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9" name="Google Shape;3119;g3afcfb39b93_0_2944"/>
          <p:cNvSpPr/>
          <p:nvPr/>
        </p:nvSpPr>
        <p:spPr>
          <a:xfrm>
            <a:off x="274320" y="128016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0" name="Google Shape;3120;g3afcfb39b93_0_2944"/>
          <p:cNvSpPr/>
          <p:nvPr/>
        </p:nvSpPr>
        <p:spPr>
          <a:xfrm>
            <a:off x="502920" y="128016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アイデアのヘッドライン（25字以内）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1" name="Google Shape;3121;g3afcfb39b93_0_2944"/>
          <p:cNvSpPr/>
          <p:nvPr/>
        </p:nvSpPr>
        <p:spPr>
          <a:xfrm>
            <a:off x="502920" y="160020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💡 アイデアを端的に表すキャッチコピー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2" name="Google Shape;3122;g3afcfb39b93_0_2944"/>
          <p:cNvSpPr/>
          <p:nvPr/>
        </p:nvSpPr>
        <p:spPr>
          <a:xfrm>
            <a:off x="274320" y="1874520"/>
            <a:ext cx="10149900" cy="5487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3" name="Google Shape;3123;g3afcfb39b93_0_2944"/>
          <p:cNvSpPr/>
          <p:nvPr/>
        </p:nvSpPr>
        <p:spPr>
          <a:xfrm>
            <a:off x="274320" y="2606040"/>
            <a:ext cx="3474600" cy="3201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4" name="Google Shape;3124;g3afcfb39b93_0_2944"/>
          <p:cNvSpPr/>
          <p:nvPr/>
        </p:nvSpPr>
        <p:spPr>
          <a:xfrm>
            <a:off x="274320" y="2606040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Before このアイデアがない世界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5" name="Google Shape;3125;g3afcfb39b93_0_2944"/>
          <p:cNvSpPr/>
          <p:nvPr/>
        </p:nvSpPr>
        <p:spPr>
          <a:xfrm>
            <a:off x="274320" y="2926080"/>
            <a:ext cx="347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ユーザーは何に困っている？何ができない？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6" name="Google Shape;3126;g3afcfb39b93_0_2944"/>
          <p:cNvSpPr/>
          <p:nvPr/>
        </p:nvSpPr>
        <p:spPr>
          <a:xfrm>
            <a:off x="274320" y="3108960"/>
            <a:ext cx="3474600" cy="164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7" name="Google Shape;3127;g3afcfb39b93_0_2944"/>
          <p:cNvSpPr/>
          <p:nvPr/>
        </p:nvSpPr>
        <p:spPr>
          <a:xfrm>
            <a:off x="274320" y="4937760"/>
            <a:ext cx="3474600" cy="320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8" name="Google Shape;3128;g3afcfb39b93_0_2944"/>
          <p:cNvSpPr/>
          <p:nvPr/>
        </p:nvSpPr>
        <p:spPr>
          <a:xfrm>
            <a:off x="274320" y="4937760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After このアイデアがもたらす価値・変化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9" name="Google Shape;3129;g3afcfb39b93_0_2944"/>
          <p:cNvSpPr/>
          <p:nvPr/>
        </p:nvSpPr>
        <p:spPr>
          <a:xfrm>
            <a:off x="274320" y="5257800"/>
            <a:ext cx="347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ユーザーが手に入れる新しい価値は？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0" name="Google Shape;3130;g3afcfb39b93_0_2944"/>
          <p:cNvSpPr/>
          <p:nvPr/>
        </p:nvSpPr>
        <p:spPr>
          <a:xfrm>
            <a:off x="274320" y="5440680"/>
            <a:ext cx="3474600" cy="164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1" name="Google Shape;3131;g3afcfb39b93_0_2944"/>
          <p:cNvSpPr/>
          <p:nvPr/>
        </p:nvSpPr>
        <p:spPr>
          <a:xfrm>
            <a:off x="3931920" y="2606040"/>
            <a:ext cx="6492300" cy="320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2" name="Google Shape;3132;g3afcfb39b93_0_2944"/>
          <p:cNvSpPr/>
          <p:nvPr/>
        </p:nvSpPr>
        <p:spPr>
          <a:xfrm>
            <a:off x="3931920" y="2606040"/>
            <a:ext cx="649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アイデア概要（絵でもOK！）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3" name="Google Shape;3133;g3afcfb39b93_0_2944"/>
          <p:cNvSpPr/>
          <p:nvPr/>
        </p:nvSpPr>
        <p:spPr>
          <a:xfrm>
            <a:off x="3931920" y="2926080"/>
            <a:ext cx="6492300" cy="2834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4" name="Google Shape;3134;g3afcfb39b93_0_2944"/>
          <p:cNvSpPr/>
          <p:nvPr/>
        </p:nvSpPr>
        <p:spPr>
          <a:xfrm>
            <a:off x="3931920" y="5852160"/>
            <a:ext cx="6492300" cy="320100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5" name="Google Shape;3135;g3afcfb39b93_0_2944"/>
          <p:cNvSpPr/>
          <p:nvPr/>
        </p:nvSpPr>
        <p:spPr>
          <a:xfrm>
            <a:off x="3931920" y="5852160"/>
            <a:ext cx="649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どんなデータを使う？どう活かす？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6" name="Google Shape;3136;g3afcfb39b93_0_2944"/>
          <p:cNvSpPr/>
          <p:nvPr/>
        </p:nvSpPr>
        <p:spPr>
          <a:xfrm>
            <a:off x="3931920" y="6172200"/>
            <a:ext cx="6492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PLATEAU 3D都市モデル / オープンデータ / Google Maps API / その他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7" name="Google Shape;3137;g3afcfb39b93_0_2944"/>
          <p:cNvSpPr/>
          <p:nvPr/>
        </p:nvSpPr>
        <p:spPr>
          <a:xfrm>
            <a:off x="3931920" y="6355080"/>
            <a:ext cx="6492300" cy="731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8" name="Google Shape;3138;g3afcfb39b93_0_2944"/>
          <p:cNvSpPr/>
          <p:nvPr/>
        </p:nvSpPr>
        <p:spPr>
          <a:xfrm>
            <a:off x="274320" y="722376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© H-Tus Ltd. CC-BY-SA 4.0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9" name="Google Shape;3139;g3afcfb39b93_0_2944"/>
          <p:cNvSpPr/>
          <p:nvPr/>
        </p:nvSpPr>
        <p:spPr>
          <a:xfrm>
            <a:off x="274326" y="868675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チーム名：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0" name="Google Shape;3140;g3afcfb39b93_0_2944"/>
          <p:cNvSpPr/>
          <p:nvPr/>
        </p:nvSpPr>
        <p:spPr>
          <a:xfrm>
            <a:off x="124551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5" name="Shape 3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6" name="Google Shape;3146;g3afcfb39b93_0_2973"/>
          <p:cNvSpPr/>
          <p:nvPr/>
        </p:nvSpPr>
        <p:spPr>
          <a:xfrm>
            <a:off x="0" y="0"/>
            <a:ext cx="10689300" cy="731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7" name="Google Shape;3147;g3afcfb39b93_0_2973"/>
          <p:cNvSpPr/>
          <p:nvPr/>
        </p:nvSpPr>
        <p:spPr>
          <a:xfrm>
            <a:off x="274320" y="1371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アイデアスケッチ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8" name="Google Shape;3148;g3afcfb39b93_0_2973"/>
          <p:cNvSpPr/>
          <p:nvPr/>
        </p:nvSpPr>
        <p:spPr>
          <a:xfrm>
            <a:off x="7772400" y="22860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4B942"/>
                </a:solidFill>
                <a:latin typeface="Arial"/>
                <a:ea typeface="Arial"/>
                <a:cs typeface="Arial"/>
                <a:sym typeface="Arial"/>
              </a:rPr>
              <a:t>KYOTO PLATEAU HACK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9" name="Google Shape;3149;g3afcfb39b93_0_2973"/>
          <p:cNvSpPr/>
          <p:nvPr/>
        </p:nvSpPr>
        <p:spPr>
          <a:xfrm>
            <a:off x="274320" y="128016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0" name="Google Shape;3150;g3afcfb39b93_0_2973"/>
          <p:cNvSpPr/>
          <p:nvPr/>
        </p:nvSpPr>
        <p:spPr>
          <a:xfrm>
            <a:off x="502920" y="128016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アイデアのヘッドライン（25字以内）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1" name="Google Shape;3151;g3afcfb39b93_0_2973"/>
          <p:cNvSpPr/>
          <p:nvPr/>
        </p:nvSpPr>
        <p:spPr>
          <a:xfrm>
            <a:off x="502920" y="160020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💡 アイデアを端的に表すキャッチコピー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2" name="Google Shape;3152;g3afcfb39b93_0_2973"/>
          <p:cNvSpPr/>
          <p:nvPr/>
        </p:nvSpPr>
        <p:spPr>
          <a:xfrm>
            <a:off x="274320" y="1874520"/>
            <a:ext cx="10149900" cy="5487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3" name="Google Shape;3153;g3afcfb39b93_0_2973"/>
          <p:cNvSpPr/>
          <p:nvPr/>
        </p:nvSpPr>
        <p:spPr>
          <a:xfrm>
            <a:off x="274320" y="2606040"/>
            <a:ext cx="3474600" cy="3201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4" name="Google Shape;3154;g3afcfb39b93_0_2973"/>
          <p:cNvSpPr/>
          <p:nvPr/>
        </p:nvSpPr>
        <p:spPr>
          <a:xfrm>
            <a:off x="274320" y="2606040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Before このアイデアがない世界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5" name="Google Shape;3155;g3afcfb39b93_0_2973"/>
          <p:cNvSpPr/>
          <p:nvPr/>
        </p:nvSpPr>
        <p:spPr>
          <a:xfrm>
            <a:off x="274320" y="2926080"/>
            <a:ext cx="347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ユーザーは何に困っている？何ができない？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6" name="Google Shape;3156;g3afcfb39b93_0_2973"/>
          <p:cNvSpPr/>
          <p:nvPr/>
        </p:nvSpPr>
        <p:spPr>
          <a:xfrm>
            <a:off x="274320" y="3108960"/>
            <a:ext cx="3474600" cy="164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7" name="Google Shape;3157;g3afcfb39b93_0_2973"/>
          <p:cNvSpPr/>
          <p:nvPr/>
        </p:nvSpPr>
        <p:spPr>
          <a:xfrm>
            <a:off x="274320" y="4937760"/>
            <a:ext cx="3474600" cy="320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8" name="Google Shape;3158;g3afcfb39b93_0_2973"/>
          <p:cNvSpPr/>
          <p:nvPr/>
        </p:nvSpPr>
        <p:spPr>
          <a:xfrm>
            <a:off x="274320" y="4937760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After このアイデアがもたらす価値・変化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9" name="Google Shape;3159;g3afcfb39b93_0_2973"/>
          <p:cNvSpPr/>
          <p:nvPr/>
        </p:nvSpPr>
        <p:spPr>
          <a:xfrm>
            <a:off x="274320" y="5257800"/>
            <a:ext cx="347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ユーザーが手に入れる新しい価値は？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0" name="Google Shape;3160;g3afcfb39b93_0_2973"/>
          <p:cNvSpPr/>
          <p:nvPr/>
        </p:nvSpPr>
        <p:spPr>
          <a:xfrm>
            <a:off x="274320" y="5440680"/>
            <a:ext cx="3474600" cy="164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1" name="Google Shape;3161;g3afcfb39b93_0_2973"/>
          <p:cNvSpPr/>
          <p:nvPr/>
        </p:nvSpPr>
        <p:spPr>
          <a:xfrm>
            <a:off x="3931920" y="2606040"/>
            <a:ext cx="6492300" cy="320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2" name="Google Shape;3162;g3afcfb39b93_0_2973"/>
          <p:cNvSpPr/>
          <p:nvPr/>
        </p:nvSpPr>
        <p:spPr>
          <a:xfrm>
            <a:off x="3931920" y="2606040"/>
            <a:ext cx="649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アイデア概要（絵でもOK！）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3" name="Google Shape;3163;g3afcfb39b93_0_2973"/>
          <p:cNvSpPr/>
          <p:nvPr/>
        </p:nvSpPr>
        <p:spPr>
          <a:xfrm>
            <a:off x="3931920" y="2926080"/>
            <a:ext cx="6492300" cy="2834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4" name="Google Shape;3164;g3afcfb39b93_0_2973"/>
          <p:cNvSpPr/>
          <p:nvPr/>
        </p:nvSpPr>
        <p:spPr>
          <a:xfrm>
            <a:off x="3931920" y="5852160"/>
            <a:ext cx="6492300" cy="320100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5" name="Google Shape;3165;g3afcfb39b93_0_2973"/>
          <p:cNvSpPr/>
          <p:nvPr/>
        </p:nvSpPr>
        <p:spPr>
          <a:xfrm>
            <a:off x="3931920" y="5852160"/>
            <a:ext cx="649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どんなデータを使う？どう活かす？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6" name="Google Shape;3166;g3afcfb39b93_0_2973"/>
          <p:cNvSpPr/>
          <p:nvPr/>
        </p:nvSpPr>
        <p:spPr>
          <a:xfrm>
            <a:off x="3931920" y="6172200"/>
            <a:ext cx="6492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PLATEAU 3D都市モデル / オープンデータ / Google Maps API / その他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7" name="Google Shape;3167;g3afcfb39b93_0_2973"/>
          <p:cNvSpPr/>
          <p:nvPr/>
        </p:nvSpPr>
        <p:spPr>
          <a:xfrm>
            <a:off x="3931920" y="6355080"/>
            <a:ext cx="6492300" cy="731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8" name="Google Shape;3168;g3afcfb39b93_0_2973"/>
          <p:cNvSpPr/>
          <p:nvPr/>
        </p:nvSpPr>
        <p:spPr>
          <a:xfrm>
            <a:off x="274320" y="722376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© H-Tus Ltd. CC-BY-SA 4.0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9" name="Google Shape;3169;g3afcfb39b93_0_2973"/>
          <p:cNvSpPr/>
          <p:nvPr/>
        </p:nvSpPr>
        <p:spPr>
          <a:xfrm>
            <a:off x="274326" y="868675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チーム名：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0" name="Google Shape;3170;g3afcfb39b93_0_2973"/>
          <p:cNvSpPr/>
          <p:nvPr/>
        </p:nvSpPr>
        <p:spPr>
          <a:xfrm>
            <a:off x="124551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5" name="Shape 3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6" name="Google Shape;3176;g3afcfb39b93_0_3002"/>
          <p:cNvSpPr/>
          <p:nvPr/>
        </p:nvSpPr>
        <p:spPr>
          <a:xfrm>
            <a:off x="0" y="0"/>
            <a:ext cx="10689300" cy="731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7" name="Google Shape;3177;g3afcfb39b93_0_3002"/>
          <p:cNvSpPr/>
          <p:nvPr/>
        </p:nvSpPr>
        <p:spPr>
          <a:xfrm>
            <a:off x="274320" y="1371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アイデアスケッチ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8" name="Google Shape;3178;g3afcfb39b93_0_3002"/>
          <p:cNvSpPr/>
          <p:nvPr/>
        </p:nvSpPr>
        <p:spPr>
          <a:xfrm>
            <a:off x="7772400" y="22860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4B942"/>
                </a:solidFill>
                <a:latin typeface="Arial"/>
                <a:ea typeface="Arial"/>
                <a:cs typeface="Arial"/>
                <a:sym typeface="Arial"/>
              </a:rPr>
              <a:t>KYOTO PLATEAU HACK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9" name="Google Shape;3179;g3afcfb39b93_0_3002"/>
          <p:cNvSpPr/>
          <p:nvPr/>
        </p:nvSpPr>
        <p:spPr>
          <a:xfrm>
            <a:off x="274320" y="128016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0" name="Google Shape;3180;g3afcfb39b93_0_3002"/>
          <p:cNvSpPr/>
          <p:nvPr/>
        </p:nvSpPr>
        <p:spPr>
          <a:xfrm>
            <a:off x="502920" y="128016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アイデアのヘッドライン（25字以内）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1" name="Google Shape;3181;g3afcfb39b93_0_3002"/>
          <p:cNvSpPr/>
          <p:nvPr/>
        </p:nvSpPr>
        <p:spPr>
          <a:xfrm>
            <a:off x="502920" y="160020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💡 アイデアを端的に表すキャッチコピー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2" name="Google Shape;3182;g3afcfb39b93_0_3002"/>
          <p:cNvSpPr/>
          <p:nvPr/>
        </p:nvSpPr>
        <p:spPr>
          <a:xfrm>
            <a:off x="274320" y="1874520"/>
            <a:ext cx="10149900" cy="5487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3" name="Google Shape;3183;g3afcfb39b93_0_3002"/>
          <p:cNvSpPr/>
          <p:nvPr/>
        </p:nvSpPr>
        <p:spPr>
          <a:xfrm>
            <a:off x="274320" y="2606040"/>
            <a:ext cx="3474600" cy="3201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4" name="Google Shape;3184;g3afcfb39b93_0_3002"/>
          <p:cNvSpPr/>
          <p:nvPr/>
        </p:nvSpPr>
        <p:spPr>
          <a:xfrm>
            <a:off x="274320" y="2606040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Before このアイデアがない世界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5" name="Google Shape;3185;g3afcfb39b93_0_3002"/>
          <p:cNvSpPr/>
          <p:nvPr/>
        </p:nvSpPr>
        <p:spPr>
          <a:xfrm>
            <a:off x="274320" y="2926080"/>
            <a:ext cx="347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ユーザーは何に困っている？何ができない？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6" name="Google Shape;3186;g3afcfb39b93_0_3002"/>
          <p:cNvSpPr/>
          <p:nvPr/>
        </p:nvSpPr>
        <p:spPr>
          <a:xfrm>
            <a:off x="274320" y="3108960"/>
            <a:ext cx="3474600" cy="164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7" name="Google Shape;3187;g3afcfb39b93_0_3002"/>
          <p:cNvSpPr/>
          <p:nvPr/>
        </p:nvSpPr>
        <p:spPr>
          <a:xfrm>
            <a:off x="274320" y="4937760"/>
            <a:ext cx="3474600" cy="320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8" name="Google Shape;3188;g3afcfb39b93_0_3002"/>
          <p:cNvSpPr/>
          <p:nvPr/>
        </p:nvSpPr>
        <p:spPr>
          <a:xfrm>
            <a:off x="274320" y="4937760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After このアイデアがもたらす価値・変化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9" name="Google Shape;3189;g3afcfb39b93_0_3002"/>
          <p:cNvSpPr/>
          <p:nvPr/>
        </p:nvSpPr>
        <p:spPr>
          <a:xfrm>
            <a:off x="274320" y="5257800"/>
            <a:ext cx="347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ユーザーが手に入れる新しい価値は？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0" name="Google Shape;3190;g3afcfb39b93_0_3002"/>
          <p:cNvSpPr/>
          <p:nvPr/>
        </p:nvSpPr>
        <p:spPr>
          <a:xfrm>
            <a:off x="274320" y="5440680"/>
            <a:ext cx="3474600" cy="164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1" name="Google Shape;3191;g3afcfb39b93_0_3002"/>
          <p:cNvSpPr/>
          <p:nvPr/>
        </p:nvSpPr>
        <p:spPr>
          <a:xfrm>
            <a:off x="3931920" y="2606040"/>
            <a:ext cx="6492300" cy="320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2" name="Google Shape;3192;g3afcfb39b93_0_3002"/>
          <p:cNvSpPr/>
          <p:nvPr/>
        </p:nvSpPr>
        <p:spPr>
          <a:xfrm>
            <a:off x="3931920" y="2606040"/>
            <a:ext cx="649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アイデア概要（絵でもOK！）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3" name="Google Shape;3193;g3afcfb39b93_0_3002"/>
          <p:cNvSpPr/>
          <p:nvPr/>
        </p:nvSpPr>
        <p:spPr>
          <a:xfrm>
            <a:off x="3931920" y="2926080"/>
            <a:ext cx="6492300" cy="2834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4" name="Google Shape;3194;g3afcfb39b93_0_3002"/>
          <p:cNvSpPr/>
          <p:nvPr/>
        </p:nvSpPr>
        <p:spPr>
          <a:xfrm>
            <a:off x="3931920" y="5852160"/>
            <a:ext cx="6492300" cy="320100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5" name="Google Shape;3195;g3afcfb39b93_0_3002"/>
          <p:cNvSpPr/>
          <p:nvPr/>
        </p:nvSpPr>
        <p:spPr>
          <a:xfrm>
            <a:off x="3931920" y="5852160"/>
            <a:ext cx="649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どんなデータを使う？どう活かす？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6" name="Google Shape;3196;g3afcfb39b93_0_3002"/>
          <p:cNvSpPr/>
          <p:nvPr/>
        </p:nvSpPr>
        <p:spPr>
          <a:xfrm>
            <a:off x="3931920" y="6172200"/>
            <a:ext cx="6492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PLATEAU 3D都市モデル / オープンデータ / Google Maps API / その他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7" name="Google Shape;3197;g3afcfb39b93_0_3002"/>
          <p:cNvSpPr/>
          <p:nvPr/>
        </p:nvSpPr>
        <p:spPr>
          <a:xfrm>
            <a:off x="3931920" y="6355080"/>
            <a:ext cx="6492300" cy="731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8" name="Google Shape;3198;g3afcfb39b93_0_3002"/>
          <p:cNvSpPr/>
          <p:nvPr/>
        </p:nvSpPr>
        <p:spPr>
          <a:xfrm>
            <a:off x="274320" y="722376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© H-Tus Ltd. CC-BY-SA 4.0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9" name="Google Shape;3199;g3afcfb39b93_0_3002"/>
          <p:cNvSpPr/>
          <p:nvPr/>
        </p:nvSpPr>
        <p:spPr>
          <a:xfrm>
            <a:off x="274326" y="868675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チーム名：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0" name="Google Shape;3200;g3afcfb39b93_0_3002"/>
          <p:cNvSpPr/>
          <p:nvPr/>
        </p:nvSpPr>
        <p:spPr>
          <a:xfrm>
            <a:off x="124551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5" name="Shape 3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6" name="Google Shape;3206;g3afcfb39b93_0_3031"/>
          <p:cNvSpPr/>
          <p:nvPr/>
        </p:nvSpPr>
        <p:spPr>
          <a:xfrm>
            <a:off x="0" y="0"/>
            <a:ext cx="10689300" cy="731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7" name="Google Shape;3207;g3afcfb39b93_0_3031"/>
          <p:cNvSpPr/>
          <p:nvPr/>
        </p:nvSpPr>
        <p:spPr>
          <a:xfrm>
            <a:off x="274320" y="1371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アイデアスケッチ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8" name="Google Shape;3208;g3afcfb39b93_0_3031"/>
          <p:cNvSpPr/>
          <p:nvPr/>
        </p:nvSpPr>
        <p:spPr>
          <a:xfrm>
            <a:off x="7772400" y="22860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4B942"/>
                </a:solidFill>
                <a:latin typeface="Arial"/>
                <a:ea typeface="Arial"/>
                <a:cs typeface="Arial"/>
                <a:sym typeface="Arial"/>
              </a:rPr>
              <a:t>KYOTO PLATEAU HACK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9" name="Google Shape;3209;g3afcfb39b93_0_3031"/>
          <p:cNvSpPr/>
          <p:nvPr/>
        </p:nvSpPr>
        <p:spPr>
          <a:xfrm>
            <a:off x="274320" y="128016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0" name="Google Shape;3210;g3afcfb39b93_0_3031"/>
          <p:cNvSpPr/>
          <p:nvPr/>
        </p:nvSpPr>
        <p:spPr>
          <a:xfrm>
            <a:off x="502920" y="128016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アイデアのヘッドライン（25字以内）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1" name="Google Shape;3211;g3afcfb39b93_0_3031"/>
          <p:cNvSpPr/>
          <p:nvPr/>
        </p:nvSpPr>
        <p:spPr>
          <a:xfrm>
            <a:off x="502920" y="160020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💡 アイデアを端的に表すキャッチコピー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2" name="Google Shape;3212;g3afcfb39b93_0_3031"/>
          <p:cNvSpPr/>
          <p:nvPr/>
        </p:nvSpPr>
        <p:spPr>
          <a:xfrm>
            <a:off x="274320" y="1874520"/>
            <a:ext cx="10149900" cy="5487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3" name="Google Shape;3213;g3afcfb39b93_0_3031"/>
          <p:cNvSpPr/>
          <p:nvPr/>
        </p:nvSpPr>
        <p:spPr>
          <a:xfrm>
            <a:off x="274320" y="2606040"/>
            <a:ext cx="3474600" cy="3201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4" name="Google Shape;3214;g3afcfb39b93_0_3031"/>
          <p:cNvSpPr/>
          <p:nvPr/>
        </p:nvSpPr>
        <p:spPr>
          <a:xfrm>
            <a:off x="274320" y="2606040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Before このアイデアがない世界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5" name="Google Shape;3215;g3afcfb39b93_0_3031"/>
          <p:cNvSpPr/>
          <p:nvPr/>
        </p:nvSpPr>
        <p:spPr>
          <a:xfrm>
            <a:off x="274320" y="2926080"/>
            <a:ext cx="347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ユーザーは何に困っている？何ができない？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6" name="Google Shape;3216;g3afcfb39b93_0_3031"/>
          <p:cNvSpPr/>
          <p:nvPr/>
        </p:nvSpPr>
        <p:spPr>
          <a:xfrm>
            <a:off x="274320" y="3108960"/>
            <a:ext cx="3474600" cy="164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7" name="Google Shape;3217;g3afcfb39b93_0_3031"/>
          <p:cNvSpPr/>
          <p:nvPr/>
        </p:nvSpPr>
        <p:spPr>
          <a:xfrm>
            <a:off x="274320" y="4937760"/>
            <a:ext cx="3474600" cy="320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8" name="Google Shape;3218;g3afcfb39b93_0_3031"/>
          <p:cNvSpPr/>
          <p:nvPr/>
        </p:nvSpPr>
        <p:spPr>
          <a:xfrm>
            <a:off x="274320" y="4937760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After このアイデアがもたらす価値・変化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9" name="Google Shape;3219;g3afcfb39b93_0_3031"/>
          <p:cNvSpPr/>
          <p:nvPr/>
        </p:nvSpPr>
        <p:spPr>
          <a:xfrm>
            <a:off x="274320" y="5257800"/>
            <a:ext cx="347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ユーザーが手に入れる新しい価値は？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0" name="Google Shape;3220;g3afcfb39b93_0_3031"/>
          <p:cNvSpPr/>
          <p:nvPr/>
        </p:nvSpPr>
        <p:spPr>
          <a:xfrm>
            <a:off x="274320" y="5440680"/>
            <a:ext cx="3474600" cy="164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1" name="Google Shape;3221;g3afcfb39b93_0_3031"/>
          <p:cNvSpPr/>
          <p:nvPr/>
        </p:nvSpPr>
        <p:spPr>
          <a:xfrm>
            <a:off x="3931920" y="2606040"/>
            <a:ext cx="6492300" cy="320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2" name="Google Shape;3222;g3afcfb39b93_0_3031"/>
          <p:cNvSpPr/>
          <p:nvPr/>
        </p:nvSpPr>
        <p:spPr>
          <a:xfrm>
            <a:off x="3931920" y="2606040"/>
            <a:ext cx="649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アイデア概要（絵でもOK！）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3" name="Google Shape;3223;g3afcfb39b93_0_3031"/>
          <p:cNvSpPr/>
          <p:nvPr/>
        </p:nvSpPr>
        <p:spPr>
          <a:xfrm>
            <a:off x="3931920" y="2926080"/>
            <a:ext cx="6492300" cy="2834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4" name="Google Shape;3224;g3afcfb39b93_0_3031"/>
          <p:cNvSpPr/>
          <p:nvPr/>
        </p:nvSpPr>
        <p:spPr>
          <a:xfrm>
            <a:off x="3931920" y="5852160"/>
            <a:ext cx="6492300" cy="320100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5" name="Google Shape;3225;g3afcfb39b93_0_3031"/>
          <p:cNvSpPr/>
          <p:nvPr/>
        </p:nvSpPr>
        <p:spPr>
          <a:xfrm>
            <a:off x="3931920" y="5852160"/>
            <a:ext cx="649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どんなデータを使う？どう活かす？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6" name="Google Shape;3226;g3afcfb39b93_0_3031"/>
          <p:cNvSpPr/>
          <p:nvPr/>
        </p:nvSpPr>
        <p:spPr>
          <a:xfrm>
            <a:off x="3931920" y="6172200"/>
            <a:ext cx="6492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PLATEAU 3D都市モデル / オープンデータ / Google Maps API / その他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7" name="Google Shape;3227;g3afcfb39b93_0_3031"/>
          <p:cNvSpPr/>
          <p:nvPr/>
        </p:nvSpPr>
        <p:spPr>
          <a:xfrm>
            <a:off x="3931920" y="6355080"/>
            <a:ext cx="6492300" cy="731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8" name="Google Shape;3228;g3afcfb39b93_0_3031"/>
          <p:cNvSpPr/>
          <p:nvPr/>
        </p:nvSpPr>
        <p:spPr>
          <a:xfrm>
            <a:off x="274320" y="722376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© H-Tus Ltd. CC-BY-SA 4.0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9" name="Google Shape;3229;g3afcfb39b93_0_3031"/>
          <p:cNvSpPr/>
          <p:nvPr/>
        </p:nvSpPr>
        <p:spPr>
          <a:xfrm>
            <a:off x="274326" y="868675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チーム名：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0" name="Google Shape;3230;g3afcfb39b93_0_3031"/>
          <p:cNvSpPr/>
          <p:nvPr/>
        </p:nvSpPr>
        <p:spPr>
          <a:xfrm>
            <a:off x="124551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5" name="Shape 3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6" name="Google Shape;3236;g3afcfb39b93_0_3060"/>
          <p:cNvSpPr/>
          <p:nvPr/>
        </p:nvSpPr>
        <p:spPr>
          <a:xfrm>
            <a:off x="0" y="0"/>
            <a:ext cx="10689300" cy="731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7" name="Google Shape;3237;g3afcfb39b93_0_3060"/>
          <p:cNvSpPr/>
          <p:nvPr/>
        </p:nvSpPr>
        <p:spPr>
          <a:xfrm>
            <a:off x="274320" y="1371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アイデアスケッチ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8" name="Google Shape;3238;g3afcfb39b93_0_3060"/>
          <p:cNvSpPr/>
          <p:nvPr/>
        </p:nvSpPr>
        <p:spPr>
          <a:xfrm>
            <a:off x="7772400" y="22860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4B942"/>
                </a:solidFill>
                <a:latin typeface="Arial"/>
                <a:ea typeface="Arial"/>
                <a:cs typeface="Arial"/>
                <a:sym typeface="Arial"/>
              </a:rPr>
              <a:t>KYOTO PLATEAU HACK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9" name="Google Shape;3239;g3afcfb39b93_0_3060"/>
          <p:cNvSpPr/>
          <p:nvPr/>
        </p:nvSpPr>
        <p:spPr>
          <a:xfrm>
            <a:off x="274320" y="1280160"/>
            <a:ext cx="137100" cy="36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0" name="Google Shape;3240;g3afcfb39b93_0_3060"/>
          <p:cNvSpPr/>
          <p:nvPr/>
        </p:nvSpPr>
        <p:spPr>
          <a:xfrm>
            <a:off x="502920" y="128016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アイデアのヘッドライン（25字以内）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1" name="Google Shape;3241;g3afcfb39b93_0_3060"/>
          <p:cNvSpPr/>
          <p:nvPr/>
        </p:nvSpPr>
        <p:spPr>
          <a:xfrm>
            <a:off x="502920" y="160020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💡 アイデアを端的に表すキャッチコピー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2" name="Google Shape;3242;g3afcfb39b93_0_3060"/>
          <p:cNvSpPr/>
          <p:nvPr/>
        </p:nvSpPr>
        <p:spPr>
          <a:xfrm>
            <a:off x="274320" y="1874520"/>
            <a:ext cx="10149900" cy="5487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3" name="Google Shape;3243;g3afcfb39b93_0_3060"/>
          <p:cNvSpPr/>
          <p:nvPr/>
        </p:nvSpPr>
        <p:spPr>
          <a:xfrm>
            <a:off x="274320" y="2606040"/>
            <a:ext cx="3474600" cy="3201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4" name="Google Shape;3244;g3afcfb39b93_0_3060"/>
          <p:cNvSpPr/>
          <p:nvPr/>
        </p:nvSpPr>
        <p:spPr>
          <a:xfrm>
            <a:off x="274320" y="2606040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Before このアイデアがない世界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5" name="Google Shape;3245;g3afcfb39b93_0_3060"/>
          <p:cNvSpPr/>
          <p:nvPr/>
        </p:nvSpPr>
        <p:spPr>
          <a:xfrm>
            <a:off x="274320" y="2926080"/>
            <a:ext cx="347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ユーザーは何に困っている？何ができない？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6" name="Google Shape;3246;g3afcfb39b93_0_3060"/>
          <p:cNvSpPr/>
          <p:nvPr/>
        </p:nvSpPr>
        <p:spPr>
          <a:xfrm>
            <a:off x="274320" y="3108960"/>
            <a:ext cx="3474600" cy="164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7" name="Google Shape;3247;g3afcfb39b93_0_3060"/>
          <p:cNvSpPr/>
          <p:nvPr/>
        </p:nvSpPr>
        <p:spPr>
          <a:xfrm>
            <a:off x="274320" y="4937760"/>
            <a:ext cx="3474600" cy="320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8" name="Google Shape;3248;g3afcfb39b93_0_3060"/>
          <p:cNvSpPr/>
          <p:nvPr/>
        </p:nvSpPr>
        <p:spPr>
          <a:xfrm>
            <a:off x="274320" y="4937760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After このアイデアがもたらす価値・変化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9" name="Google Shape;3249;g3afcfb39b93_0_3060"/>
          <p:cNvSpPr/>
          <p:nvPr/>
        </p:nvSpPr>
        <p:spPr>
          <a:xfrm>
            <a:off x="274320" y="5257800"/>
            <a:ext cx="347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ユーザーが手に入れる新しい価値は？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0" name="Google Shape;3250;g3afcfb39b93_0_3060"/>
          <p:cNvSpPr/>
          <p:nvPr/>
        </p:nvSpPr>
        <p:spPr>
          <a:xfrm>
            <a:off x="274320" y="5440680"/>
            <a:ext cx="3474600" cy="164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1" name="Google Shape;3251;g3afcfb39b93_0_3060"/>
          <p:cNvSpPr/>
          <p:nvPr/>
        </p:nvSpPr>
        <p:spPr>
          <a:xfrm>
            <a:off x="3931920" y="2606040"/>
            <a:ext cx="6492300" cy="320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2" name="Google Shape;3252;g3afcfb39b93_0_3060"/>
          <p:cNvSpPr/>
          <p:nvPr/>
        </p:nvSpPr>
        <p:spPr>
          <a:xfrm>
            <a:off x="3931920" y="2606040"/>
            <a:ext cx="649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アイデア概要（絵でもOK！）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3" name="Google Shape;3253;g3afcfb39b93_0_3060"/>
          <p:cNvSpPr/>
          <p:nvPr/>
        </p:nvSpPr>
        <p:spPr>
          <a:xfrm>
            <a:off x="3931920" y="2926080"/>
            <a:ext cx="6492300" cy="2834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4" name="Google Shape;3254;g3afcfb39b93_0_3060"/>
          <p:cNvSpPr/>
          <p:nvPr/>
        </p:nvSpPr>
        <p:spPr>
          <a:xfrm>
            <a:off x="3931920" y="5852160"/>
            <a:ext cx="6492300" cy="320100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5" name="Google Shape;3255;g3afcfb39b93_0_3060"/>
          <p:cNvSpPr/>
          <p:nvPr/>
        </p:nvSpPr>
        <p:spPr>
          <a:xfrm>
            <a:off x="3931920" y="5852160"/>
            <a:ext cx="649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どんなデータを使う？どう活かす？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6" name="Google Shape;3256;g3afcfb39b93_0_3060"/>
          <p:cNvSpPr/>
          <p:nvPr/>
        </p:nvSpPr>
        <p:spPr>
          <a:xfrm>
            <a:off x="3931920" y="6172200"/>
            <a:ext cx="6492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PLATEAU 3D都市モデル / オープンデータ / Google Maps API / その他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7" name="Google Shape;3257;g3afcfb39b93_0_3060"/>
          <p:cNvSpPr/>
          <p:nvPr/>
        </p:nvSpPr>
        <p:spPr>
          <a:xfrm>
            <a:off x="3931920" y="6355080"/>
            <a:ext cx="6492300" cy="731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8" name="Google Shape;3258;g3afcfb39b93_0_3060"/>
          <p:cNvSpPr/>
          <p:nvPr/>
        </p:nvSpPr>
        <p:spPr>
          <a:xfrm>
            <a:off x="274320" y="722376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© H-Tus Ltd. CC-BY-SA 4.0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9" name="Google Shape;3259;g3afcfb39b93_0_3060"/>
          <p:cNvSpPr/>
          <p:nvPr/>
        </p:nvSpPr>
        <p:spPr>
          <a:xfrm>
            <a:off x="274326" y="868675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チーム名：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0" name="Google Shape;3260;g3afcfb39b93_0_3060"/>
          <p:cNvSpPr/>
          <p:nvPr/>
        </p:nvSpPr>
        <p:spPr>
          <a:xfrm>
            <a:off x="1245516" y="868680"/>
            <a:ext cx="2286000" cy="27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2025-12-11T21:17:23Z</dcterms:created>
  <dc:creator>PptxGenJS</dc:creator>
</cp:coreProperties>
</file>